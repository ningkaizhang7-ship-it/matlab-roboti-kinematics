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86451" autoAdjust="0"/>
  </p:normalViewPr>
  <p:slideViewPr>
    <p:cSldViewPr snapToGrid="0" showGuides="1">
      <p:cViewPr varScale="1">
        <p:scale>
          <a:sx n="103" d="100"/>
          <a:sy n="103" d="100"/>
        </p:scale>
        <p:origin x="88" y="2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927600" y="5031"/>
            <a:ext cx="7264400" cy="6852969"/>
            <a:chOff x="4927600" y="5031"/>
            <a:chExt cx="7264400" cy="6852969"/>
          </a:xfrm>
        </p:grpSpPr>
        <p:sp>
          <p:nvSpPr>
            <p:cNvPr id="7" name="任意多边形: 形状 6"/>
            <p:cNvSpPr/>
            <p:nvPr/>
          </p:nvSpPr>
          <p:spPr>
            <a:xfrm>
              <a:off x="4927600" y="5031"/>
              <a:ext cx="7264400" cy="6852969"/>
            </a:xfrm>
            <a:custGeom>
              <a:avLst/>
              <a:gdLst>
                <a:gd name="connsiteX0" fmla="*/ 2667953 w 3724275"/>
                <a:gd name="connsiteY0" fmla="*/ 221933 h 4762500"/>
                <a:gd name="connsiteX1" fmla="*/ 2223135 w 3724275"/>
                <a:gd name="connsiteY1" fmla="*/ 973455 h 4762500"/>
                <a:gd name="connsiteX2" fmla="*/ 1356360 w 3724275"/>
                <a:gd name="connsiteY2" fmla="*/ 1298258 h 4762500"/>
                <a:gd name="connsiteX3" fmla="*/ 667703 w 3724275"/>
                <a:gd name="connsiteY3" fmla="*/ 1876425 h 4762500"/>
                <a:gd name="connsiteX4" fmla="*/ 751523 w 3724275"/>
                <a:gd name="connsiteY4" fmla="*/ 3155633 h 4762500"/>
                <a:gd name="connsiteX5" fmla="*/ 140970 w 3724275"/>
                <a:gd name="connsiteY5" fmla="*/ 4468178 h 4762500"/>
                <a:gd name="connsiteX6" fmla="*/ 0 w 3724275"/>
                <a:gd name="connsiteY6" fmla="*/ 4762500 h 4762500"/>
                <a:gd name="connsiteX7" fmla="*/ 3728085 w 3724275"/>
                <a:gd name="connsiteY7" fmla="*/ 4762500 h 4762500"/>
                <a:gd name="connsiteX8" fmla="*/ 3728085 w 3724275"/>
                <a:gd name="connsiteY8" fmla="*/ 0 h 4762500"/>
                <a:gd name="connsiteX9" fmla="*/ 2589848 w 3724275"/>
                <a:gd name="connsiteY9" fmla="*/ 0 h 4762500"/>
                <a:gd name="connsiteX10" fmla="*/ 2667953 w 3724275"/>
                <a:gd name="connsiteY10" fmla="*/ 221933 h 476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4275" h="4762500">
                  <a:moveTo>
                    <a:pt x="2667953" y="221933"/>
                  </a:moveTo>
                  <a:cubicBezTo>
                    <a:pt x="2712720" y="527685"/>
                    <a:pt x="2489835" y="817245"/>
                    <a:pt x="2223135" y="973455"/>
                  </a:cubicBezTo>
                  <a:cubicBezTo>
                    <a:pt x="1956435" y="1129665"/>
                    <a:pt x="1645920" y="1189673"/>
                    <a:pt x="1356360" y="1298258"/>
                  </a:cubicBezTo>
                  <a:cubicBezTo>
                    <a:pt x="1066800" y="1406843"/>
                    <a:pt x="776288" y="1586865"/>
                    <a:pt x="667703" y="1876425"/>
                  </a:cubicBezTo>
                  <a:cubicBezTo>
                    <a:pt x="515303" y="2281238"/>
                    <a:pt x="765810" y="2724150"/>
                    <a:pt x="751523" y="3155633"/>
                  </a:cubicBezTo>
                  <a:cubicBezTo>
                    <a:pt x="734378" y="3644265"/>
                    <a:pt x="386715" y="4046220"/>
                    <a:pt x="140970" y="4468178"/>
                  </a:cubicBezTo>
                  <a:cubicBezTo>
                    <a:pt x="86678" y="4559618"/>
                    <a:pt x="39053" y="4658678"/>
                    <a:pt x="0" y="4762500"/>
                  </a:cubicBezTo>
                  <a:lnTo>
                    <a:pt x="3728085" y="4762500"/>
                  </a:lnTo>
                  <a:lnTo>
                    <a:pt x="3728085" y="0"/>
                  </a:lnTo>
                  <a:lnTo>
                    <a:pt x="2589848" y="0"/>
                  </a:lnTo>
                  <a:cubicBezTo>
                    <a:pt x="2627948" y="69533"/>
                    <a:pt x="2655570" y="142875"/>
                    <a:pt x="2667953" y="22193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>
              <a:off x="6133719" y="2220948"/>
              <a:ext cx="6056763" cy="3070130"/>
            </a:xfrm>
            <a:custGeom>
              <a:avLst/>
              <a:gdLst>
                <a:gd name="connsiteX0" fmla="*/ 3109738 w 3105150"/>
                <a:gd name="connsiteY0" fmla="*/ 29759 h 2133600"/>
                <a:gd name="connsiteX1" fmla="*/ 2096278 w 3105150"/>
                <a:gd name="connsiteY1" fmla="*/ 75479 h 2133600"/>
                <a:gd name="connsiteX2" fmla="*/ 1303798 w 3105150"/>
                <a:gd name="connsiteY2" fmla="*/ 301221 h 2133600"/>
                <a:gd name="connsiteX3" fmla="*/ 583708 w 3105150"/>
                <a:gd name="connsiteY3" fmla="*/ 296459 h 2133600"/>
                <a:gd name="connsiteX4" fmla="*/ 147463 w 3105150"/>
                <a:gd name="connsiteY4" fmla="*/ 159299 h 2133600"/>
                <a:gd name="connsiteX5" fmla="*/ 49356 w 3105150"/>
                <a:gd name="connsiteY5" fmla="*/ 337416 h 2133600"/>
                <a:gd name="connsiteX6" fmla="*/ 133176 w 3105150"/>
                <a:gd name="connsiteY6" fmla="*/ 1616624 h 2133600"/>
                <a:gd name="connsiteX7" fmla="*/ 96981 w 3105150"/>
                <a:gd name="connsiteY7" fmla="*/ 1862369 h 2133600"/>
                <a:gd name="connsiteX8" fmla="*/ 412258 w 3105150"/>
                <a:gd name="connsiteY8" fmla="*/ 1923329 h 2133600"/>
                <a:gd name="connsiteX9" fmla="*/ 2157238 w 3105150"/>
                <a:gd name="connsiteY9" fmla="*/ 1743307 h 2133600"/>
                <a:gd name="connsiteX10" fmla="*/ 2988771 w 3105150"/>
                <a:gd name="connsiteY10" fmla="*/ 2118592 h 2133600"/>
                <a:gd name="connsiteX11" fmla="*/ 3110691 w 3105150"/>
                <a:gd name="connsiteY11" fmla="*/ 2133832 h 2133600"/>
                <a:gd name="connsiteX12" fmla="*/ 3110691 w 3105150"/>
                <a:gd name="connsiteY12" fmla="*/ 29759 h 21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05150" h="2133600">
                  <a:moveTo>
                    <a:pt x="3109738" y="29759"/>
                  </a:moveTo>
                  <a:cubicBezTo>
                    <a:pt x="2773506" y="-21676"/>
                    <a:pt x="2426796" y="-6436"/>
                    <a:pt x="2096278" y="75479"/>
                  </a:cubicBezTo>
                  <a:cubicBezTo>
                    <a:pt x="1829578" y="141201"/>
                    <a:pt x="1573356" y="250739"/>
                    <a:pt x="1303798" y="301221"/>
                  </a:cubicBezTo>
                  <a:cubicBezTo>
                    <a:pt x="1066626" y="345989"/>
                    <a:pt x="820881" y="344084"/>
                    <a:pt x="583708" y="296459"/>
                  </a:cubicBezTo>
                  <a:cubicBezTo>
                    <a:pt x="432261" y="265979"/>
                    <a:pt x="288433" y="218354"/>
                    <a:pt x="147463" y="159299"/>
                  </a:cubicBezTo>
                  <a:cubicBezTo>
                    <a:pt x="107458" y="213591"/>
                    <a:pt x="74121" y="272646"/>
                    <a:pt x="49356" y="337416"/>
                  </a:cubicBezTo>
                  <a:cubicBezTo>
                    <a:pt x="-103044" y="742229"/>
                    <a:pt x="147463" y="1185141"/>
                    <a:pt x="133176" y="1616624"/>
                  </a:cubicBezTo>
                  <a:cubicBezTo>
                    <a:pt x="130318" y="1701396"/>
                    <a:pt x="116983" y="1782359"/>
                    <a:pt x="96981" y="1862369"/>
                  </a:cubicBezTo>
                  <a:cubicBezTo>
                    <a:pt x="199851" y="1892849"/>
                    <a:pt x="304626" y="1915709"/>
                    <a:pt x="412258" y="1923329"/>
                  </a:cubicBezTo>
                  <a:cubicBezTo>
                    <a:pt x="1000903" y="1966191"/>
                    <a:pt x="1591453" y="1573761"/>
                    <a:pt x="2157238" y="1743307"/>
                  </a:cubicBezTo>
                  <a:cubicBezTo>
                    <a:pt x="2449656" y="1830936"/>
                    <a:pt x="2689686" y="2059536"/>
                    <a:pt x="2988771" y="2118592"/>
                  </a:cubicBezTo>
                  <a:cubicBezTo>
                    <a:pt x="3028776" y="2126211"/>
                    <a:pt x="3069733" y="2130974"/>
                    <a:pt x="3110691" y="2133832"/>
                  </a:cubicBezTo>
                  <a:lnTo>
                    <a:pt x="3110691" y="29759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chemeClr val="accent2">
                    <a:lumMod val="7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5559287" y="5452712"/>
              <a:ext cx="6632713" cy="794944"/>
            </a:xfrm>
            <a:custGeom>
              <a:avLst/>
              <a:gdLst>
                <a:gd name="connsiteX0" fmla="*/ 3404235 w 3400425"/>
                <a:gd name="connsiteY0" fmla="*/ 195561 h 552450"/>
                <a:gd name="connsiteX1" fmla="*/ 2930843 w 3400425"/>
                <a:gd name="connsiteY1" fmla="*/ 115551 h 552450"/>
                <a:gd name="connsiteX2" fmla="*/ 2428875 w 3400425"/>
                <a:gd name="connsiteY2" fmla="*/ 245091 h 552450"/>
                <a:gd name="connsiteX3" fmla="*/ 1395413 w 3400425"/>
                <a:gd name="connsiteY3" fmla="*/ 168891 h 552450"/>
                <a:gd name="connsiteX4" fmla="*/ 818198 w 3400425"/>
                <a:gd name="connsiteY4" fmla="*/ 299 h 552450"/>
                <a:gd name="connsiteX5" fmla="*/ 155258 w 3400425"/>
                <a:gd name="connsiteY5" fmla="*/ 142221 h 552450"/>
                <a:gd name="connsiteX6" fmla="*/ 0 w 3400425"/>
                <a:gd name="connsiteY6" fmla="*/ 388919 h 552450"/>
                <a:gd name="connsiteX7" fmla="*/ 322898 w 3400425"/>
                <a:gd name="connsiteY7" fmla="*/ 366059 h 552450"/>
                <a:gd name="connsiteX8" fmla="*/ 1430655 w 3400425"/>
                <a:gd name="connsiteY8" fmla="*/ 425114 h 552450"/>
                <a:gd name="connsiteX9" fmla="*/ 2424113 w 3400425"/>
                <a:gd name="connsiteY9" fmla="*/ 529889 h 552450"/>
                <a:gd name="connsiteX10" fmla="*/ 3404235 w 3400425"/>
                <a:gd name="connsiteY10" fmla="*/ 552749 h 552450"/>
                <a:gd name="connsiteX11" fmla="*/ 3404235 w 3400425"/>
                <a:gd name="connsiteY11" fmla="*/ 195561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00425" h="552450">
                  <a:moveTo>
                    <a:pt x="3404235" y="195561"/>
                  </a:moveTo>
                  <a:cubicBezTo>
                    <a:pt x="3248025" y="146984"/>
                    <a:pt x="3091815" y="104121"/>
                    <a:pt x="2930843" y="115551"/>
                  </a:cubicBezTo>
                  <a:cubicBezTo>
                    <a:pt x="2757488" y="127934"/>
                    <a:pt x="2596515" y="202229"/>
                    <a:pt x="2428875" y="245091"/>
                  </a:cubicBezTo>
                  <a:cubicBezTo>
                    <a:pt x="2088833" y="332721"/>
                    <a:pt x="1724978" y="288906"/>
                    <a:pt x="1395413" y="168891"/>
                  </a:cubicBezTo>
                  <a:cubicBezTo>
                    <a:pt x="1205865" y="100311"/>
                    <a:pt x="1020128" y="6014"/>
                    <a:pt x="818198" y="299"/>
                  </a:cubicBezTo>
                  <a:cubicBezTo>
                    <a:pt x="591503" y="-6369"/>
                    <a:pt x="378142" y="100311"/>
                    <a:pt x="155258" y="142221"/>
                  </a:cubicBezTo>
                  <a:cubicBezTo>
                    <a:pt x="105727" y="225089"/>
                    <a:pt x="53340" y="307004"/>
                    <a:pt x="0" y="388919"/>
                  </a:cubicBezTo>
                  <a:cubicBezTo>
                    <a:pt x="107632" y="383204"/>
                    <a:pt x="215265" y="372726"/>
                    <a:pt x="322898" y="366059"/>
                  </a:cubicBezTo>
                  <a:cubicBezTo>
                    <a:pt x="692468" y="343199"/>
                    <a:pt x="1063943" y="372726"/>
                    <a:pt x="1430655" y="425114"/>
                  </a:cubicBezTo>
                  <a:cubicBezTo>
                    <a:pt x="1761173" y="471786"/>
                    <a:pt x="2090738" y="536556"/>
                    <a:pt x="2424113" y="529889"/>
                  </a:cubicBezTo>
                  <a:cubicBezTo>
                    <a:pt x="2752725" y="523221"/>
                    <a:pt x="3096578" y="448926"/>
                    <a:pt x="3404235" y="552749"/>
                  </a:cubicBezTo>
                  <a:lnTo>
                    <a:pt x="3404235" y="195561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chemeClr val="accent2">
                    <a:lumMod val="7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10036833" y="435397"/>
              <a:ext cx="2155167" cy="534532"/>
            </a:xfrm>
            <a:custGeom>
              <a:avLst/>
              <a:gdLst>
                <a:gd name="connsiteX0" fmla="*/ 0 w 1104900"/>
                <a:gd name="connsiteY0" fmla="*/ 248603 h 371475"/>
                <a:gd name="connsiteX1" fmla="*/ 1108710 w 1104900"/>
                <a:gd name="connsiteY1" fmla="*/ 379095 h 371475"/>
                <a:gd name="connsiteX2" fmla="*/ 1108710 w 1104900"/>
                <a:gd name="connsiteY2" fmla="*/ 115253 h 371475"/>
                <a:gd name="connsiteX3" fmla="*/ 474345 w 1104900"/>
                <a:gd name="connsiteY3" fmla="*/ 71438 h 371475"/>
                <a:gd name="connsiteX4" fmla="*/ 53340 w 1104900"/>
                <a:gd name="connsiteY4" fmla="*/ 0 h 371475"/>
                <a:gd name="connsiteX5" fmla="*/ 0 w 1104900"/>
                <a:gd name="connsiteY5" fmla="*/ 248603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4900" h="371475">
                  <a:moveTo>
                    <a:pt x="0" y="248603"/>
                  </a:moveTo>
                  <a:cubicBezTo>
                    <a:pt x="383857" y="258128"/>
                    <a:pt x="772478" y="239078"/>
                    <a:pt x="1108710" y="379095"/>
                  </a:cubicBezTo>
                  <a:lnTo>
                    <a:pt x="1108710" y="115253"/>
                  </a:lnTo>
                  <a:cubicBezTo>
                    <a:pt x="905828" y="70485"/>
                    <a:pt x="684847" y="80010"/>
                    <a:pt x="474345" y="71438"/>
                  </a:cubicBezTo>
                  <a:cubicBezTo>
                    <a:pt x="335280" y="65723"/>
                    <a:pt x="186690" y="45720"/>
                    <a:pt x="53340" y="0"/>
                  </a:cubicBezTo>
                  <a:cubicBezTo>
                    <a:pt x="54293" y="86678"/>
                    <a:pt x="34290" y="169545"/>
                    <a:pt x="0" y="248603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chemeClr val="accent2">
                    <a:lumMod val="7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7463638" y="1478883"/>
              <a:ext cx="4719073" cy="424884"/>
            </a:xfrm>
            <a:custGeom>
              <a:avLst/>
              <a:gdLst>
                <a:gd name="connsiteX0" fmla="*/ 1489710 w 2419350"/>
                <a:gd name="connsiteY0" fmla="*/ 265425 h 295275"/>
                <a:gd name="connsiteX1" fmla="*/ 2106930 w 2419350"/>
                <a:gd name="connsiteY1" fmla="*/ 220657 h 295275"/>
                <a:gd name="connsiteX2" fmla="*/ 2427923 w 2419350"/>
                <a:gd name="connsiteY2" fmla="*/ 276855 h 295275"/>
                <a:gd name="connsiteX3" fmla="*/ 2427923 w 2419350"/>
                <a:gd name="connsiteY3" fmla="*/ 11107 h 295275"/>
                <a:gd name="connsiteX4" fmla="*/ 1508760 w 2419350"/>
                <a:gd name="connsiteY4" fmla="*/ 105405 h 295275"/>
                <a:gd name="connsiteX5" fmla="*/ 790575 w 2419350"/>
                <a:gd name="connsiteY5" fmla="*/ 16822 h 295275"/>
                <a:gd name="connsiteX6" fmla="*/ 55245 w 2419350"/>
                <a:gd name="connsiteY6" fmla="*/ 273997 h 295275"/>
                <a:gd name="connsiteX7" fmla="*/ 0 w 2419350"/>
                <a:gd name="connsiteY7" fmla="*/ 295905 h 295275"/>
                <a:gd name="connsiteX8" fmla="*/ 319088 w 2419350"/>
                <a:gd name="connsiteY8" fmla="*/ 300667 h 295275"/>
                <a:gd name="connsiteX9" fmla="*/ 1489710 w 2419350"/>
                <a:gd name="connsiteY9" fmla="*/ 265425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19350" h="295275">
                  <a:moveTo>
                    <a:pt x="1489710" y="265425"/>
                  </a:moveTo>
                  <a:cubicBezTo>
                    <a:pt x="1695450" y="240660"/>
                    <a:pt x="1901190" y="201607"/>
                    <a:pt x="2106930" y="220657"/>
                  </a:cubicBezTo>
                  <a:cubicBezTo>
                    <a:pt x="2215515" y="231135"/>
                    <a:pt x="2321243" y="256852"/>
                    <a:pt x="2427923" y="276855"/>
                  </a:cubicBezTo>
                  <a:lnTo>
                    <a:pt x="2427923" y="11107"/>
                  </a:lnTo>
                  <a:cubicBezTo>
                    <a:pt x="2132648" y="-38423"/>
                    <a:pt x="1817370" y="93022"/>
                    <a:pt x="1508760" y="105405"/>
                  </a:cubicBezTo>
                  <a:cubicBezTo>
                    <a:pt x="1267778" y="114930"/>
                    <a:pt x="1029653" y="51112"/>
                    <a:pt x="790575" y="16822"/>
                  </a:cubicBezTo>
                  <a:cubicBezTo>
                    <a:pt x="556260" y="125407"/>
                    <a:pt x="298133" y="182557"/>
                    <a:pt x="55245" y="273997"/>
                  </a:cubicBezTo>
                  <a:cubicBezTo>
                    <a:pt x="37147" y="280665"/>
                    <a:pt x="18097" y="288285"/>
                    <a:pt x="0" y="295905"/>
                  </a:cubicBezTo>
                  <a:cubicBezTo>
                    <a:pt x="106680" y="297810"/>
                    <a:pt x="212408" y="298762"/>
                    <a:pt x="319088" y="300667"/>
                  </a:cubicBezTo>
                  <a:cubicBezTo>
                    <a:pt x="710565" y="306382"/>
                    <a:pt x="1102043" y="312097"/>
                    <a:pt x="1489710" y="265425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chemeClr val="accent2">
                    <a:lumMod val="7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4927600" y="1032976"/>
              <a:ext cx="4904863" cy="5825024"/>
            </a:xfrm>
            <a:custGeom>
              <a:avLst/>
              <a:gdLst>
                <a:gd name="connsiteX0" fmla="*/ 578168 w 2514600"/>
                <a:gd name="connsiteY0" fmla="*/ 3919538 h 4048125"/>
                <a:gd name="connsiteX1" fmla="*/ 1050608 w 2514600"/>
                <a:gd name="connsiteY1" fmla="*/ 2551748 h 4048125"/>
                <a:gd name="connsiteX2" fmla="*/ 836295 w 2514600"/>
                <a:gd name="connsiteY2" fmla="*/ 1287780 h 4048125"/>
                <a:gd name="connsiteX3" fmla="*/ 1462088 w 2514600"/>
                <a:gd name="connsiteY3" fmla="*/ 641985 h 4048125"/>
                <a:gd name="connsiteX4" fmla="*/ 2290763 w 2514600"/>
                <a:gd name="connsiteY4" fmla="*/ 229552 h 4048125"/>
                <a:gd name="connsiteX5" fmla="*/ 2520315 w 2514600"/>
                <a:gd name="connsiteY5" fmla="*/ 0 h 4048125"/>
                <a:gd name="connsiteX6" fmla="*/ 2223135 w 2514600"/>
                <a:gd name="connsiteY6" fmla="*/ 259080 h 4048125"/>
                <a:gd name="connsiteX7" fmla="*/ 1356360 w 2514600"/>
                <a:gd name="connsiteY7" fmla="*/ 583883 h 4048125"/>
                <a:gd name="connsiteX8" fmla="*/ 667703 w 2514600"/>
                <a:gd name="connsiteY8" fmla="*/ 1162050 h 4048125"/>
                <a:gd name="connsiteX9" fmla="*/ 751523 w 2514600"/>
                <a:gd name="connsiteY9" fmla="*/ 2441258 h 4048125"/>
                <a:gd name="connsiteX10" fmla="*/ 140970 w 2514600"/>
                <a:gd name="connsiteY10" fmla="*/ 3753803 h 4048125"/>
                <a:gd name="connsiteX11" fmla="*/ 0 w 2514600"/>
                <a:gd name="connsiteY11" fmla="*/ 4048125 h 4048125"/>
                <a:gd name="connsiteX12" fmla="*/ 525780 w 2514600"/>
                <a:gd name="connsiteY12" fmla="*/ 4048125 h 4048125"/>
                <a:gd name="connsiteX13" fmla="*/ 578168 w 2514600"/>
                <a:gd name="connsiteY13" fmla="*/ 3919538 h 40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14600" h="4048125">
                  <a:moveTo>
                    <a:pt x="578168" y="3919538"/>
                  </a:moveTo>
                  <a:cubicBezTo>
                    <a:pt x="780098" y="3474720"/>
                    <a:pt x="1083945" y="3038475"/>
                    <a:pt x="1050608" y="2551748"/>
                  </a:cubicBezTo>
                  <a:cubicBezTo>
                    <a:pt x="1021080" y="2120265"/>
                    <a:pt x="725805" y="1705928"/>
                    <a:pt x="836295" y="1287780"/>
                  </a:cubicBezTo>
                  <a:cubicBezTo>
                    <a:pt x="915353" y="988695"/>
                    <a:pt x="1184910" y="780097"/>
                    <a:pt x="1462088" y="641985"/>
                  </a:cubicBezTo>
                  <a:cubicBezTo>
                    <a:pt x="1738313" y="503873"/>
                    <a:pt x="2041208" y="411480"/>
                    <a:pt x="2290763" y="229552"/>
                  </a:cubicBezTo>
                  <a:cubicBezTo>
                    <a:pt x="2377440" y="166688"/>
                    <a:pt x="2456498" y="87630"/>
                    <a:pt x="2520315" y="0"/>
                  </a:cubicBezTo>
                  <a:cubicBezTo>
                    <a:pt x="2440305" y="103823"/>
                    <a:pt x="2335530" y="193358"/>
                    <a:pt x="2223135" y="259080"/>
                  </a:cubicBezTo>
                  <a:cubicBezTo>
                    <a:pt x="1956435" y="415290"/>
                    <a:pt x="1645920" y="475298"/>
                    <a:pt x="1356360" y="583883"/>
                  </a:cubicBezTo>
                  <a:cubicBezTo>
                    <a:pt x="1066800" y="692468"/>
                    <a:pt x="776288" y="872490"/>
                    <a:pt x="667703" y="1162050"/>
                  </a:cubicBezTo>
                  <a:cubicBezTo>
                    <a:pt x="515303" y="1566863"/>
                    <a:pt x="765810" y="2009775"/>
                    <a:pt x="751523" y="2441258"/>
                  </a:cubicBezTo>
                  <a:cubicBezTo>
                    <a:pt x="734378" y="2929890"/>
                    <a:pt x="386715" y="3331845"/>
                    <a:pt x="140970" y="3753803"/>
                  </a:cubicBezTo>
                  <a:cubicBezTo>
                    <a:pt x="86678" y="3845243"/>
                    <a:pt x="39053" y="3944303"/>
                    <a:pt x="0" y="4048125"/>
                  </a:cubicBezTo>
                  <a:lnTo>
                    <a:pt x="525780" y="4048125"/>
                  </a:lnTo>
                  <a:cubicBezTo>
                    <a:pt x="541973" y="4004310"/>
                    <a:pt x="559118" y="3961448"/>
                    <a:pt x="578168" y="3919538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5691197" y="1032976"/>
              <a:ext cx="4143123" cy="5825024"/>
            </a:xfrm>
            <a:custGeom>
              <a:avLst/>
              <a:gdLst>
                <a:gd name="connsiteX0" fmla="*/ 1830705 w 2124075"/>
                <a:gd name="connsiteY0" fmla="*/ 259080 h 4048125"/>
                <a:gd name="connsiteX1" fmla="*/ 1350645 w 2124075"/>
                <a:gd name="connsiteY1" fmla="*/ 457200 h 4048125"/>
                <a:gd name="connsiteX2" fmla="*/ 936307 w 2124075"/>
                <a:gd name="connsiteY2" fmla="*/ 641985 h 4048125"/>
                <a:gd name="connsiteX3" fmla="*/ 310515 w 2124075"/>
                <a:gd name="connsiteY3" fmla="*/ 1287780 h 4048125"/>
                <a:gd name="connsiteX4" fmla="*/ 524828 w 2124075"/>
                <a:gd name="connsiteY4" fmla="*/ 2551748 h 4048125"/>
                <a:gd name="connsiteX5" fmla="*/ 52388 w 2124075"/>
                <a:gd name="connsiteY5" fmla="*/ 3919538 h 4048125"/>
                <a:gd name="connsiteX6" fmla="*/ 0 w 2124075"/>
                <a:gd name="connsiteY6" fmla="*/ 4048125 h 4048125"/>
                <a:gd name="connsiteX7" fmla="*/ 133350 w 2124075"/>
                <a:gd name="connsiteY7" fmla="*/ 4048125 h 4048125"/>
                <a:gd name="connsiteX8" fmla="*/ 185738 w 2124075"/>
                <a:gd name="connsiteY8" fmla="*/ 3919538 h 4048125"/>
                <a:gd name="connsiteX9" fmla="*/ 658178 w 2124075"/>
                <a:gd name="connsiteY9" fmla="*/ 2551748 h 4048125"/>
                <a:gd name="connsiteX10" fmla="*/ 443865 w 2124075"/>
                <a:gd name="connsiteY10" fmla="*/ 1287780 h 4048125"/>
                <a:gd name="connsiteX11" fmla="*/ 1069658 w 2124075"/>
                <a:gd name="connsiteY11" fmla="*/ 641985 h 4048125"/>
                <a:gd name="connsiteX12" fmla="*/ 1898333 w 2124075"/>
                <a:gd name="connsiteY12" fmla="*/ 229552 h 4048125"/>
                <a:gd name="connsiteX13" fmla="*/ 2127885 w 2124075"/>
                <a:gd name="connsiteY13" fmla="*/ 0 h 4048125"/>
                <a:gd name="connsiteX14" fmla="*/ 1830705 w 2124075"/>
                <a:gd name="connsiteY14" fmla="*/ 259080 h 40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24075" h="4048125">
                  <a:moveTo>
                    <a:pt x="1830705" y="259080"/>
                  </a:moveTo>
                  <a:cubicBezTo>
                    <a:pt x="1680210" y="346710"/>
                    <a:pt x="1516380" y="403860"/>
                    <a:pt x="1350645" y="457200"/>
                  </a:cubicBezTo>
                  <a:cubicBezTo>
                    <a:pt x="1212533" y="518160"/>
                    <a:pt x="1071563" y="575310"/>
                    <a:pt x="936307" y="641985"/>
                  </a:cubicBezTo>
                  <a:cubicBezTo>
                    <a:pt x="660083" y="780097"/>
                    <a:pt x="389573" y="988695"/>
                    <a:pt x="310515" y="1287780"/>
                  </a:cubicBezTo>
                  <a:cubicBezTo>
                    <a:pt x="200025" y="1705928"/>
                    <a:pt x="496253" y="2120265"/>
                    <a:pt x="524828" y="2551748"/>
                  </a:cubicBezTo>
                  <a:cubicBezTo>
                    <a:pt x="558165" y="3039428"/>
                    <a:pt x="254318" y="3474720"/>
                    <a:pt x="52388" y="3919538"/>
                  </a:cubicBezTo>
                  <a:cubicBezTo>
                    <a:pt x="33338" y="3960495"/>
                    <a:pt x="16193" y="4004310"/>
                    <a:pt x="0" y="4048125"/>
                  </a:cubicBezTo>
                  <a:lnTo>
                    <a:pt x="133350" y="4048125"/>
                  </a:lnTo>
                  <a:cubicBezTo>
                    <a:pt x="149543" y="4004310"/>
                    <a:pt x="166688" y="3961448"/>
                    <a:pt x="185738" y="3919538"/>
                  </a:cubicBezTo>
                  <a:cubicBezTo>
                    <a:pt x="387668" y="3474720"/>
                    <a:pt x="691515" y="3038475"/>
                    <a:pt x="658178" y="2551748"/>
                  </a:cubicBezTo>
                  <a:cubicBezTo>
                    <a:pt x="628650" y="2120265"/>
                    <a:pt x="333375" y="1705928"/>
                    <a:pt x="443865" y="1287780"/>
                  </a:cubicBezTo>
                  <a:cubicBezTo>
                    <a:pt x="522923" y="988695"/>
                    <a:pt x="792480" y="780097"/>
                    <a:pt x="1069658" y="641985"/>
                  </a:cubicBezTo>
                  <a:cubicBezTo>
                    <a:pt x="1345883" y="503873"/>
                    <a:pt x="1648778" y="411480"/>
                    <a:pt x="1898333" y="229552"/>
                  </a:cubicBezTo>
                  <a:cubicBezTo>
                    <a:pt x="1985010" y="166688"/>
                    <a:pt x="2064067" y="87630"/>
                    <a:pt x="2127885" y="0"/>
                  </a:cubicBezTo>
                  <a:cubicBezTo>
                    <a:pt x="2047875" y="103823"/>
                    <a:pt x="1943100" y="193358"/>
                    <a:pt x="1830705" y="25908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1735773" y="155352"/>
              <a:ext cx="152010" cy="152010"/>
            </a:xfrm>
            <a:custGeom>
              <a:avLst/>
              <a:gdLst>
                <a:gd name="connsiteX0" fmla="*/ 6429 w 104775"/>
                <a:gd name="connsiteY0" fmla="*/ 63579 h 104775"/>
                <a:gd name="connsiteX1" fmla="*/ 23574 w 104775"/>
                <a:gd name="connsiteY1" fmla="*/ 66437 h 104775"/>
                <a:gd name="connsiteX2" fmla="*/ 45482 w 104775"/>
                <a:gd name="connsiteY2" fmla="*/ 88344 h 104775"/>
                <a:gd name="connsiteX3" fmla="*/ 48339 w 104775"/>
                <a:gd name="connsiteY3" fmla="*/ 105489 h 104775"/>
                <a:gd name="connsiteX4" fmla="*/ 63579 w 104775"/>
                <a:gd name="connsiteY4" fmla="*/ 105489 h 104775"/>
                <a:gd name="connsiteX5" fmla="*/ 66437 w 104775"/>
                <a:gd name="connsiteY5" fmla="*/ 88344 h 104775"/>
                <a:gd name="connsiteX6" fmla="*/ 88344 w 104775"/>
                <a:gd name="connsiteY6" fmla="*/ 66437 h 104775"/>
                <a:gd name="connsiteX7" fmla="*/ 105489 w 104775"/>
                <a:gd name="connsiteY7" fmla="*/ 63579 h 104775"/>
                <a:gd name="connsiteX8" fmla="*/ 105489 w 104775"/>
                <a:gd name="connsiteY8" fmla="*/ 48339 h 104775"/>
                <a:gd name="connsiteX9" fmla="*/ 88344 w 104775"/>
                <a:gd name="connsiteY9" fmla="*/ 45482 h 104775"/>
                <a:gd name="connsiteX10" fmla="*/ 66437 w 104775"/>
                <a:gd name="connsiteY10" fmla="*/ 23574 h 104775"/>
                <a:gd name="connsiteX11" fmla="*/ 63579 w 104775"/>
                <a:gd name="connsiteY11" fmla="*/ 6429 h 104775"/>
                <a:gd name="connsiteX12" fmla="*/ 48339 w 104775"/>
                <a:gd name="connsiteY12" fmla="*/ 6429 h 104775"/>
                <a:gd name="connsiteX13" fmla="*/ 45482 w 104775"/>
                <a:gd name="connsiteY13" fmla="*/ 23574 h 104775"/>
                <a:gd name="connsiteX14" fmla="*/ 23574 w 104775"/>
                <a:gd name="connsiteY14" fmla="*/ 45482 h 104775"/>
                <a:gd name="connsiteX15" fmla="*/ 6429 w 104775"/>
                <a:gd name="connsiteY15" fmla="*/ 48339 h 104775"/>
                <a:gd name="connsiteX16" fmla="*/ 6429 w 104775"/>
                <a:gd name="connsiteY16" fmla="*/ 6357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104775">
                  <a:moveTo>
                    <a:pt x="6429" y="63579"/>
                  </a:moveTo>
                  <a:lnTo>
                    <a:pt x="23574" y="66437"/>
                  </a:lnTo>
                  <a:cubicBezTo>
                    <a:pt x="35004" y="68342"/>
                    <a:pt x="43577" y="76914"/>
                    <a:pt x="45482" y="88344"/>
                  </a:cubicBezTo>
                  <a:lnTo>
                    <a:pt x="48339" y="105489"/>
                  </a:lnTo>
                  <a:cubicBezTo>
                    <a:pt x="49292" y="114062"/>
                    <a:pt x="62627" y="114062"/>
                    <a:pt x="63579" y="105489"/>
                  </a:cubicBezTo>
                  <a:lnTo>
                    <a:pt x="66437" y="88344"/>
                  </a:lnTo>
                  <a:cubicBezTo>
                    <a:pt x="68342" y="76914"/>
                    <a:pt x="76914" y="68342"/>
                    <a:pt x="88344" y="66437"/>
                  </a:cubicBezTo>
                  <a:lnTo>
                    <a:pt x="105489" y="63579"/>
                  </a:lnTo>
                  <a:cubicBezTo>
                    <a:pt x="114062" y="62627"/>
                    <a:pt x="114062" y="49292"/>
                    <a:pt x="105489" y="48339"/>
                  </a:cubicBezTo>
                  <a:lnTo>
                    <a:pt x="88344" y="45482"/>
                  </a:lnTo>
                  <a:cubicBezTo>
                    <a:pt x="76914" y="43577"/>
                    <a:pt x="68342" y="35004"/>
                    <a:pt x="66437" y="23574"/>
                  </a:cubicBezTo>
                  <a:lnTo>
                    <a:pt x="63579" y="6429"/>
                  </a:lnTo>
                  <a:cubicBezTo>
                    <a:pt x="62627" y="-2143"/>
                    <a:pt x="49292" y="-2143"/>
                    <a:pt x="48339" y="6429"/>
                  </a:cubicBezTo>
                  <a:lnTo>
                    <a:pt x="45482" y="23574"/>
                  </a:lnTo>
                  <a:cubicBezTo>
                    <a:pt x="43577" y="35004"/>
                    <a:pt x="35004" y="43577"/>
                    <a:pt x="23574" y="45482"/>
                  </a:cubicBezTo>
                  <a:lnTo>
                    <a:pt x="6429" y="48339"/>
                  </a:lnTo>
                  <a:cubicBezTo>
                    <a:pt x="-2143" y="50244"/>
                    <a:pt x="-2143" y="62627"/>
                    <a:pt x="6429" y="63579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9032766" y="2045799"/>
              <a:ext cx="152010" cy="152010"/>
            </a:xfrm>
            <a:custGeom>
              <a:avLst/>
              <a:gdLst>
                <a:gd name="connsiteX0" fmla="*/ 105489 w 104775"/>
                <a:gd name="connsiteY0" fmla="*/ 48339 h 104775"/>
                <a:gd name="connsiteX1" fmla="*/ 88344 w 104775"/>
                <a:gd name="connsiteY1" fmla="*/ 45482 h 104775"/>
                <a:gd name="connsiteX2" fmla="*/ 66437 w 104775"/>
                <a:gd name="connsiteY2" fmla="*/ 23574 h 104775"/>
                <a:gd name="connsiteX3" fmla="*/ 63579 w 104775"/>
                <a:gd name="connsiteY3" fmla="*/ 6429 h 104775"/>
                <a:gd name="connsiteX4" fmla="*/ 48339 w 104775"/>
                <a:gd name="connsiteY4" fmla="*/ 6429 h 104775"/>
                <a:gd name="connsiteX5" fmla="*/ 45482 w 104775"/>
                <a:gd name="connsiteY5" fmla="*/ 23574 h 104775"/>
                <a:gd name="connsiteX6" fmla="*/ 23574 w 104775"/>
                <a:gd name="connsiteY6" fmla="*/ 45482 h 104775"/>
                <a:gd name="connsiteX7" fmla="*/ 6429 w 104775"/>
                <a:gd name="connsiteY7" fmla="*/ 48339 h 104775"/>
                <a:gd name="connsiteX8" fmla="*/ 6429 w 104775"/>
                <a:gd name="connsiteY8" fmla="*/ 63579 h 104775"/>
                <a:gd name="connsiteX9" fmla="*/ 23574 w 104775"/>
                <a:gd name="connsiteY9" fmla="*/ 66437 h 104775"/>
                <a:gd name="connsiteX10" fmla="*/ 45482 w 104775"/>
                <a:gd name="connsiteY10" fmla="*/ 88344 h 104775"/>
                <a:gd name="connsiteX11" fmla="*/ 48339 w 104775"/>
                <a:gd name="connsiteY11" fmla="*/ 105489 h 104775"/>
                <a:gd name="connsiteX12" fmla="*/ 63579 w 104775"/>
                <a:gd name="connsiteY12" fmla="*/ 105489 h 104775"/>
                <a:gd name="connsiteX13" fmla="*/ 66437 w 104775"/>
                <a:gd name="connsiteY13" fmla="*/ 88344 h 104775"/>
                <a:gd name="connsiteX14" fmla="*/ 88344 w 104775"/>
                <a:gd name="connsiteY14" fmla="*/ 66437 h 104775"/>
                <a:gd name="connsiteX15" fmla="*/ 105489 w 104775"/>
                <a:gd name="connsiteY15" fmla="*/ 63579 h 104775"/>
                <a:gd name="connsiteX16" fmla="*/ 105489 w 104775"/>
                <a:gd name="connsiteY16" fmla="*/ 4833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104775">
                  <a:moveTo>
                    <a:pt x="105489" y="48339"/>
                  </a:moveTo>
                  <a:lnTo>
                    <a:pt x="88344" y="45482"/>
                  </a:lnTo>
                  <a:cubicBezTo>
                    <a:pt x="76914" y="43577"/>
                    <a:pt x="68342" y="35004"/>
                    <a:pt x="66437" y="23574"/>
                  </a:cubicBezTo>
                  <a:lnTo>
                    <a:pt x="63579" y="6429"/>
                  </a:lnTo>
                  <a:cubicBezTo>
                    <a:pt x="62627" y="-2143"/>
                    <a:pt x="49292" y="-2143"/>
                    <a:pt x="48339" y="6429"/>
                  </a:cubicBezTo>
                  <a:lnTo>
                    <a:pt x="45482" y="23574"/>
                  </a:lnTo>
                  <a:cubicBezTo>
                    <a:pt x="43577" y="35004"/>
                    <a:pt x="35004" y="43577"/>
                    <a:pt x="23574" y="45482"/>
                  </a:cubicBezTo>
                  <a:lnTo>
                    <a:pt x="6429" y="48339"/>
                  </a:lnTo>
                  <a:cubicBezTo>
                    <a:pt x="-2143" y="49292"/>
                    <a:pt x="-2143" y="62627"/>
                    <a:pt x="6429" y="63579"/>
                  </a:cubicBezTo>
                  <a:lnTo>
                    <a:pt x="23574" y="66437"/>
                  </a:lnTo>
                  <a:cubicBezTo>
                    <a:pt x="35004" y="68342"/>
                    <a:pt x="43577" y="76914"/>
                    <a:pt x="45482" y="88344"/>
                  </a:cubicBezTo>
                  <a:lnTo>
                    <a:pt x="48339" y="105489"/>
                  </a:lnTo>
                  <a:cubicBezTo>
                    <a:pt x="49292" y="114062"/>
                    <a:pt x="62627" y="114062"/>
                    <a:pt x="63579" y="105489"/>
                  </a:cubicBezTo>
                  <a:lnTo>
                    <a:pt x="66437" y="88344"/>
                  </a:lnTo>
                  <a:cubicBezTo>
                    <a:pt x="68342" y="76914"/>
                    <a:pt x="76914" y="68342"/>
                    <a:pt x="88344" y="66437"/>
                  </a:cubicBezTo>
                  <a:lnTo>
                    <a:pt x="105489" y="63579"/>
                  </a:lnTo>
                  <a:cubicBezTo>
                    <a:pt x="114062" y="62627"/>
                    <a:pt x="114062" y="49292"/>
                    <a:pt x="105489" y="4833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11734391" y="3017278"/>
              <a:ext cx="152010" cy="152010"/>
            </a:xfrm>
            <a:custGeom>
              <a:avLst/>
              <a:gdLst>
                <a:gd name="connsiteX0" fmla="*/ 105489 w 104775"/>
                <a:gd name="connsiteY0" fmla="*/ 48339 h 104775"/>
                <a:gd name="connsiteX1" fmla="*/ 88344 w 104775"/>
                <a:gd name="connsiteY1" fmla="*/ 45482 h 104775"/>
                <a:gd name="connsiteX2" fmla="*/ 66437 w 104775"/>
                <a:gd name="connsiteY2" fmla="*/ 23574 h 104775"/>
                <a:gd name="connsiteX3" fmla="*/ 63579 w 104775"/>
                <a:gd name="connsiteY3" fmla="*/ 6429 h 104775"/>
                <a:gd name="connsiteX4" fmla="*/ 48339 w 104775"/>
                <a:gd name="connsiteY4" fmla="*/ 6429 h 104775"/>
                <a:gd name="connsiteX5" fmla="*/ 45482 w 104775"/>
                <a:gd name="connsiteY5" fmla="*/ 23574 h 104775"/>
                <a:gd name="connsiteX6" fmla="*/ 23574 w 104775"/>
                <a:gd name="connsiteY6" fmla="*/ 45482 h 104775"/>
                <a:gd name="connsiteX7" fmla="*/ 6429 w 104775"/>
                <a:gd name="connsiteY7" fmla="*/ 48339 h 104775"/>
                <a:gd name="connsiteX8" fmla="*/ 6429 w 104775"/>
                <a:gd name="connsiteY8" fmla="*/ 63579 h 104775"/>
                <a:gd name="connsiteX9" fmla="*/ 23574 w 104775"/>
                <a:gd name="connsiteY9" fmla="*/ 66437 h 104775"/>
                <a:gd name="connsiteX10" fmla="*/ 45482 w 104775"/>
                <a:gd name="connsiteY10" fmla="*/ 88344 h 104775"/>
                <a:gd name="connsiteX11" fmla="*/ 48339 w 104775"/>
                <a:gd name="connsiteY11" fmla="*/ 105489 h 104775"/>
                <a:gd name="connsiteX12" fmla="*/ 63579 w 104775"/>
                <a:gd name="connsiteY12" fmla="*/ 105489 h 104775"/>
                <a:gd name="connsiteX13" fmla="*/ 66437 w 104775"/>
                <a:gd name="connsiteY13" fmla="*/ 88344 h 104775"/>
                <a:gd name="connsiteX14" fmla="*/ 88344 w 104775"/>
                <a:gd name="connsiteY14" fmla="*/ 66437 h 104775"/>
                <a:gd name="connsiteX15" fmla="*/ 105489 w 104775"/>
                <a:gd name="connsiteY15" fmla="*/ 63579 h 104775"/>
                <a:gd name="connsiteX16" fmla="*/ 105489 w 104775"/>
                <a:gd name="connsiteY16" fmla="*/ 4833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104775">
                  <a:moveTo>
                    <a:pt x="105489" y="48339"/>
                  </a:moveTo>
                  <a:lnTo>
                    <a:pt x="88344" y="45482"/>
                  </a:lnTo>
                  <a:cubicBezTo>
                    <a:pt x="76914" y="43577"/>
                    <a:pt x="68342" y="35004"/>
                    <a:pt x="66437" y="23574"/>
                  </a:cubicBezTo>
                  <a:lnTo>
                    <a:pt x="63579" y="6429"/>
                  </a:lnTo>
                  <a:cubicBezTo>
                    <a:pt x="62627" y="-2143"/>
                    <a:pt x="49292" y="-2143"/>
                    <a:pt x="48339" y="6429"/>
                  </a:cubicBezTo>
                  <a:lnTo>
                    <a:pt x="45482" y="23574"/>
                  </a:lnTo>
                  <a:cubicBezTo>
                    <a:pt x="43577" y="35004"/>
                    <a:pt x="35004" y="43577"/>
                    <a:pt x="23574" y="45482"/>
                  </a:cubicBezTo>
                  <a:lnTo>
                    <a:pt x="6429" y="48339"/>
                  </a:lnTo>
                  <a:cubicBezTo>
                    <a:pt x="-2143" y="49292"/>
                    <a:pt x="-2143" y="62627"/>
                    <a:pt x="6429" y="63579"/>
                  </a:cubicBezTo>
                  <a:lnTo>
                    <a:pt x="23574" y="66437"/>
                  </a:lnTo>
                  <a:cubicBezTo>
                    <a:pt x="35004" y="68342"/>
                    <a:pt x="43577" y="76914"/>
                    <a:pt x="45482" y="88344"/>
                  </a:cubicBezTo>
                  <a:lnTo>
                    <a:pt x="48339" y="105489"/>
                  </a:lnTo>
                  <a:cubicBezTo>
                    <a:pt x="49292" y="114062"/>
                    <a:pt x="62627" y="114062"/>
                    <a:pt x="63579" y="105489"/>
                  </a:cubicBezTo>
                  <a:lnTo>
                    <a:pt x="66437" y="88344"/>
                  </a:lnTo>
                  <a:cubicBezTo>
                    <a:pt x="68342" y="76914"/>
                    <a:pt x="76914" y="68342"/>
                    <a:pt x="88344" y="66437"/>
                  </a:cubicBezTo>
                  <a:lnTo>
                    <a:pt x="105489" y="63579"/>
                  </a:lnTo>
                  <a:cubicBezTo>
                    <a:pt x="114062" y="62627"/>
                    <a:pt x="114062" y="49292"/>
                    <a:pt x="105489" y="4833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8103795" y="6185359"/>
              <a:ext cx="152010" cy="152010"/>
            </a:xfrm>
            <a:custGeom>
              <a:avLst/>
              <a:gdLst>
                <a:gd name="connsiteX0" fmla="*/ 105489 w 104775"/>
                <a:gd name="connsiteY0" fmla="*/ 48339 h 104775"/>
                <a:gd name="connsiteX1" fmla="*/ 88344 w 104775"/>
                <a:gd name="connsiteY1" fmla="*/ 45482 h 104775"/>
                <a:gd name="connsiteX2" fmla="*/ 66437 w 104775"/>
                <a:gd name="connsiteY2" fmla="*/ 23574 h 104775"/>
                <a:gd name="connsiteX3" fmla="*/ 63579 w 104775"/>
                <a:gd name="connsiteY3" fmla="*/ 6429 h 104775"/>
                <a:gd name="connsiteX4" fmla="*/ 48339 w 104775"/>
                <a:gd name="connsiteY4" fmla="*/ 6429 h 104775"/>
                <a:gd name="connsiteX5" fmla="*/ 45482 w 104775"/>
                <a:gd name="connsiteY5" fmla="*/ 23574 h 104775"/>
                <a:gd name="connsiteX6" fmla="*/ 23574 w 104775"/>
                <a:gd name="connsiteY6" fmla="*/ 45482 h 104775"/>
                <a:gd name="connsiteX7" fmla="*/ 6429 w 104775"/>
                <a:gd name="connsiteY7" fmla="*/ 48339 h 104775"/>
                <a:gd name="connsiteX8" fmla="*/ 6429 w 104775"/>
                <a:gd name="connsiteY8" fmla="*/ 63579 h 104775"/>
                <a:gd name="connsiteX9" fmla="*/ 23574 w 104775"/>
                <a:gd name="connsiteY9" fmla="*/ 66437 h 104775"/>
                <a:gd name="connsiteX10" fmla="*/ 45482 w 104775"/>
                <a:gd name="connsiteY10" fmla="*/ 88344 h 104775"/>
                <a:gd name="connsiteX11" fmla="*/ 48339 w 104775"/>
                <a:gd name="connsiteY11" fmla="*/ 105489 h 104775"/>
                <a:gd name="connsiteX12" fmla="*/ 63579 w 104775"/>
                <a:gd name="connsiteY12" fmla="*/ 105489 h 104775"/>
                <a:gd name="connsiteX13" fmla="*/ 66437 w 104775"/>
                <a:gd name="connsiteY13" fmla="*/ 88344 h 104775"/>
                <a:gd name="connsiteX14" fmla="*/ 88344 w 104775"/>
                <a:gd name="connsiteY14" fmla="*/ 66437 h 104775"/>
                <a:gd name="connsiteX15" fmla="*/ 105489 w 104775"/>
                <a:gd name="connsiteY15" fmla="*/ 63579 h 104775"/>
                <a:gd name="connsiteX16" fmla="*/ 105489 w 104775"/>
                <a:gd name="connsiteY16" fmla="*/ 4833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104775">
                  <a:moveTo>
                    <a:pt x="105489" y="48339"/>
                  </a:moveTo>
                  <a:lnTo>
                    <a:pt x="88344" y="45482"/>
                  </a:lnTo>
                  <a:cubicBezTo>
                    <a:pt x="76914" y="43577"/>
                    <a:pt x="68342" y="35004"/>
                    <a:pt x="66437" y="23574"/>
                  </a:cubicBezTo>
                  <a:lnTo>
                    <a:pt x="63579" y="6429"/>
                  </a:lnTo>
                  <a:cubicBezTo>
                    <a:pt x="62627" y="-2143"/>
                    <a:pt x="49292" y="-2143"/>
                    <a:pt x="48339" y="6429"/>
                  </a:cubicBezTo>
                  <a:lnTo>
                    <a:pt x="45482" y="23574"/>
                  </a:lnTo>
                  <a:cubicBezTo>
                    <a:pt x="43577" y="35004"/>
                    <a:pt x="35004" y="43577"/>
                    <a:pt x="23574" y="45482"/>
                  </a:cubicBezTo>
                  <a:lnTo>
                    <a:pt x="6429" y="48339"/>
                  </a:lnTo>
                  <a:cubicBezTo>
                    <a:pt x="-2143" y="49292"/>
                    <a:pt x="-2143" y="62627"/>
                    <a:pt x="6429" y="63579"/>
                  </a:cubicBezTo>
                  <a:lnTo>
                    <a:pt x="23574" y="66437"/>
                  </a:lnTo>
                  <a:cubicBezTo>
                    <a:pt x="35004" y="68342"/>
                    <a:pt x="43577" y="76914"/>
                    <a:pt x="45482" y="88344"/>
                  </a:cubicBezTo>
                  <a:lnTo>
                    <a:pt x="48339" y="105489"/>
                  </a:lnTo>
                  <a:cubicBezTo>
                    <a:pt x="49292" y="114062"/>
                    <a:pt x="62627" y="114062"/>
                    <a:pt x="63579" y="105489"/>
                  </a:cubicBezTo>
                  <a:lnTo>
                    <a:pt x="66437" y="88344"/>
                  </a:lnTo>
                  <a:cubicBezTo>
                    <a:pt x="68342" y="76914"/>
                    <a:pt x="76914" y="68342"/>
                    <a:pt x="88344" y="66437"/>
                  </a:cubicBezTo>
                  <a:lnTo>
                    <a:pt x="105489" y="63579"/>
                  </a:lnTo>
                  <a:cubicBezTo>
                    <a:pt x="114062" y="62627"/>
                    <a:pt x="114062" y="50244"/>
                    <a:pt x="105489" y="4833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10705527" y="231357"/>
              <a:ext cx="152010" cy="152010"/>
            </a:xfrm>
            <a:custGeom>
              <a:avLst/>
              <a:gdLst>
                <a:gd name="connsiteX0" fmla="*/ 104537 w 104775"/>
                <a:gd name="connsiteY0" fmla="*/ 48339 h 104775"/>
                <a:gd name="connsiteX1" fmla="*/ 87392 w 104775"/>
                <a:gd name="connsiteY1" fmla="*/ 45482 h 104775"/>
                <a:gd name="connsiteX2" fmla="*/ 65484 w 104775"/>
                <a:gd name="connsiteY2" fmla="*/ 23574 h 104775"/>
                <a:gd name="connsiteX3" fmla="*/ 62627 w 104775"/>
                <a:gd name="connsiteY3" fmla="*/ 6429 h 104775"/>
                <a:gd name="connsiteX4" fmla="*/ 47387 w 104775"/>
                <a:gd name="connsiteY4" fmla="*/ 6429 h 104775"/>
                <a:gd name="connsiteX5" fmla="*/ 44529 w 104775"/>
                <a:gd name="connsiteY5" fmla="*/ 23574 h 104775"/>
                <a:gd name="connsiteX6" fmla="*/ 22622 w 104775"/>
                <a:gd name="connsiteY6" fmla="*/ 45482 h 104775"/>
                <a:gd name="connsiteX7" fmla="*/ 6429 w 104775"/>
                <a:gd name="connsiteY7" fmla="*/ 48339 h 104775"/>
                <a:gd name="connsiteX8" fmla="*/ 6429 w 104775"/>
                <a:gd name="connsiteY8" fmla="*/ 63579 h 104775"/>
                <a:gd name="connsiteX9" fmla="*/ 23574 w 104775"/>
                <a:gd name="connsiteY9" fmla="*/ 66437 h 104775"/>
                <a:gd name="connsiteX10" fmla="*/ 45482 w 104775"/>
                <a:gd name="connsiteY10" fmla="*/ 88344 h 104775"/>
                <a:gd name="connsiteX11" fmla="*/ 48339 w 104775"/>
                <a:gd name="connsiteY11" fmla="*/ 105489 h 104775"/>
                <a:gd name="connsiteX12" fmla="*/ 63579 w 104775"/>
                <a:gd name="connsiteY12" fmla="*/ 105489 h 104775"/>
                <a:gd name="connsiteX13" fmla="*/ 66437 w 104775"/>
                <a:gd name="connsiteY13" fmla="*/ 88344 h 104775"/>
                <a:gd name="connsiteX14" fmla="*/ 88344 w 104775"/>
                <a:gd name="connsiteY14" fmla="*/ 66437 h 104775"/>
                <a:gd name="connsiteX15" fmla="*/ 105489 w 104775"/>
                <a:gd name="connsiteY15" fmla="*/ 63579 h 104775"/>
                <a:gd name="connsiteX16" fmla="*/ 104537 w 104775"/>
                <a:gd name="connsiteY16" fmla="*/ 4833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104775">
                  <a:moveTo>
                    <a:pt x="104537" y="48339"/>
                  </a:moveTo>
                  <a:lnTo>
                    <a:pt x="87392" y="45482"/>
                  </a:lnTo>
                  <a:cubicBezTo>
                    <a:pt x="75962" y="43577"/>
                    <a:pt x="67389" y="35004"/>
                    <a:pt x="65484" y="23574"/>
                  </a:cubicBezTo>
                  <a:lnTo>
                    <a:pt x="62627" y="6429"/>
                  </a:lnTo>
                  <a:cubicBezTo>
                    <a:pt x="61674" y="-2143"/>
                    <a:pt x="48339" y="-2143"/>
                    <a:pt x="47387" y="6429"/>
                  </a:cubicBezTo>
                  <a:lnTo>
                    <a:pt x="44529" y="23574"/>
                  </a:lnTo>
                  <a:cubicBezTo>
                    <a:pt x="42624" y="35004"/>
                    <a:pt x="34052" y="43577"/>
                    <a:pt x="22622" y="45482"/>
                  </a:cubicBezTo>
                  <a:lnTo>
                    <a:pt x="6429" y="48339"/>
                  </a:lnTo>
                  <a:cubicBezTo>
                    <a:pt x="-2143" y="49292"/>
                    <a:pt x="-2143" y="62627"/>
                    <a:pt x="6429" y="63579"/>
                  </a:cubicBezTo>
                  <a:lnTo>
                    <a:pt x="23574" y="66437"/>
                  </a:lnTo>
                  <a:cubicBezTo>
                    <a:pt x="35004" y="68342"/>
                    <a:pt x="43577" y="76914"/>
                    <a:pt x="45482" y="88344"/>
                  </a:cubicBezTo>
                  <a:lnTo>
                    <a:pt x="48339" y="105489"/>
                  </a:lnTo>
                  <a:cubicBezTo>
                    <a:pt x="49292" y="114062"/>
                    <a:pt x="62627" y="114062"/>
                    <a:pt x="63579" y="105489"/>
                  </a:cubicBezTo>
                  <a:lnTo>
                    <a:pt x="66437" y="88344"/>
                  </a:lnTo>
                  <a:cubicBezTo>
                    <a:pt x="68342" y="76914"/>
                    <a:pt x="76914" y="68342"/>
                    <a:pt x="88344" y="66437"/>
                  </a:cubicBezTo>
                  <a:lnTo>
                    <a:pt x="105489" y="63579"/>
                  </a:lnTo>
                  <a:cubicBezTo>
                    <a:pt x="113109" y="62627"/>
                    <a:pt x="113109" y="50244"/>
                    <a:pt x="104537" y="48339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8600940" y="5188121"/>
              <a:ext cx="124372" cy="124371"/>
            </a:xfrm>
            <a:custGeom>
              <a:avLst/>
              <a:gdLst>
                <a:gd name="connsiteX0" fmla="*/ 82153 w 85725"/>
                <a:gd name="connsiteY0" fmla="*/ 37386 h 85725"/>
                <a:gd name="connsiteX1" fmla="*/ 68818 w 85725"/>
                <a:gd name="connsiteY1" fmla="*/ 35481 h 85725"/>
                <a:gd name="connsiteX2" fmla="*/ 51673 w 85725"/>
                <a:gd name="connsiteY2" fmla="*/ 18336 h 85725"/>
                <a:gd name="connsiteX3" fmla="*/ 49768 w 85725"/>
                <a:gd name="connsiteY3" fmla="*/ 5001 h 85725"/>
                <a:gd name="connsiteX4" fmla="*/ 37386 w 85725"/>
                <a:gd name="connsiteY4" fmla="*/ 5001 h 85725"/>
                <a:gd name="connsiteX5" fmla="*/ 35481 w 85725"/>
                <a:gd name="connsiteY5" fmla="*/ 18336 h 85725"/>
                <a:gd name="connsiteX6" fmla="*/ 18336 w 85725"/>
                <a:gd name="connsiteY6" fmla="*/ 35481 h 85725"/>
                <a:gd name="connsiteX7" fmla="*/ 5001 w 85725"/>
                <a:gd name="connsiteY7" fmla="*/ 37386 h 85725"/>
                <a:gd name="connsiteX8" fmla="*/ 5001 w 85725"/>
                <a:gd name="connsiteY8" fmla="*/ 49768 h 85725"/>
                <a:gd name="connsiteX9" fmla="*/ 18336 w 85725"/>
                <a:gd name="connsiteY9" fmla="*/ 51673 h 85725"/>
                <a:gd name="connsiteX10" fmla="*/ 35481 w 85725"/>
                <a:gd name="connsiteY10" fmla="*/ 68818 h 85725"/>
                <a:gd name="connsiteX11" fmla="*/ 37386 w 85725"/>
                <a:gd name="connsiteY11" fmla="*/ 82153 h 85725"/>
                <a:gd name="connsiteX12" fmla="*/ 49768 w 85725"/>
                <a:gd name="connsiteY12" fmla="*/ 82153 h 85725"/>
                <a:gd name="connsiteX13" fmla="*/ 51673 w 85725"/>
                <a:gd name="connsiteY13" fmla="*/ 68818 h 85725"/>
                <a:gd name="connsiteX14" fmla="*/ 68818 w 85725"/>
                <a:gd name="connsiteY14" fmla="*/ 51673 h 85725"/>
                <a:gd name="connsiteX15" fmla="*/ 82153 w 85725"/>
                <a:gd name="connsiteY15" fmla="*/ 49768 h 85725"/>
                <a:gd name="connsiteX16" fmla="*/ 82153 w 85725"/>
                <a:gd name="connsiteY16" fmla="*/ 3738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725" h="85725">
                  <a:moveTo>
                    <a:pt x="82153" y="37386"/>
                  </a:moveTo>
                  <a:lnTo>
                    <a:pt x="68818" y="35481"/>
                  </a:lnTo>
                  <a:cubicBezTo>
                    <a:pt x="60246" y="34528"/>
                    <a:pt x="52626" y="26908"/>
                    <a:pt x="51673" y="18336"/>
                  </a:cubicBezTo>
                  <a:lnTo>
                    <a:pt x="49768" y="5001"/>
                  </a:lnTo>
                  <a:cubicBezTo>
                    <a:pt x="48816" y="-1667"/>
                    <a:pt x="38338" y="-1667"/>
                    <a:pt x="37386" y="5001"/>
                  </a:cubicBezTo>
                  <a:lnTo>
                    <a:pt x="35481" y="18336"/>
                  </a:lnTo>
                  <a:cubicBezTo>
                    <a:pt x="34528" y="26908"/>
                    <a:pt x="26908" y="34528"/>
                    <a:pt x="18336" y="35481"/>
                  </a:cubicBezTo>
                  <a:lnTo>
                    <a:pt x="5001" y="37386"/>
                  </a:lnTo>
                  <a:cubicBezTo>
                    <a:pt x="-1667" y="38338"/>
                    <a:pt x="-1667" y="48816"/>
                    <a:pt x="5001" y="49768"/>
                  </a:cubicBezTo>
                  <a:lnTo>
                    <a:pt x="18336" y="51673"/>
                  </a:lnTo>
                  <a:cubicBezTo>
                    <a:pt x="26908" y="52626"/>
                    <a:pt x="34528" y="60246"/>
                    <a:pt x="35481" y="68818"/>
                  </a:cubicBezTo>
                  <a:lnTo>
                    <a:pt x="37386" y="82153"/>
                  </a:lnTo>
                  <a:cubicBezTo>
                    <a:pt x="38338" y="88821"/>
                    <a:pt x="48816" y="88821"/>
                    <a:pt x="49768" y="82153"/>
                  </a:cubicBezTo>
                  <a:lnTo>
                    <a:pt x="51673" y="68818"/>
                  </a:lnTo>
                  <a:cubicBezTo>
                    <a:pt x="52626" y="60246"/>
                    <a:pt x="60246" y="52626"/>
                    <a:pt x="68818" y="51673"/>
                  </a:cubicBezTo>
                  <a:lnTo>
                    <a:pt x="82153" y="49768"/>
                  </a:lnTo>
                  <a:cubicBezTo>
                    <a:pt x="88821" y="48816"/>
                    <a:pt x="88821" y="38338"/>
                    <a:pt x="82153" y="3738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1523651" y="6464441"/>
              <a:ext cx="124372" cy="124371"/>
            </a:xfrm>
            <a:custGeom>
              <a:avLst/>
              <a:gdLst>
                <a:gd name="connsiteX0" fmla="*/ 82153 w 85725"/>
                <a:gd name="connsiteY0" fmla="*/ 37386 h 85725"/>
                <a:gd name="connsiteX1" fmla="*/ 68818 w 85725"/>
                <a:gd name="connsiteY1" fmla="*/ 35481 h 85725"/>
                <a:gd name="connsiteX2" fmla="*/ 51673 w 85725"/>
                <a:gd name="connsiteY2" fmla="*/ 18336 h 85725"/>
                <a:gd name="connsiteX3" fmla="*/ 49768 w 85725"/>
                <a:gd name="connsiteY3" fmla="*/ 5001 h 85725"/>
                <a:gd name="connsiteX4" fmla="*/ 37386 w 85725"/>
                <a:gd name="connsiteY4" fmla="*/ 5001 h 85725"/>
                <a:gd name="connsiteX5" fmla="*/ 35481 w 85725"/>
                <a:gd name="connsiteY5" fmla="*/ 18336 h 85725"/>
                <a:gd name="connsiteX6" fmla="*/ 18336 w 85725"/>
                <a:gd name="connsiteY6" fmla="*/ 35481 h 85725"/>
                <a:gd name="connsiteX7" fmla="*/ 5001 w 85725"/>
                <a:gd name="connsiteY7" fmla="*/ 37386 h 85725"/>
                <a:gd name="connsiteX8" fmla="*/ 5001 w 85725"/>
                <a:gd name="connsiteY8" fmla="*/ 49768 h 85725"/>
                <a:gd name="connsiteX9" fmla="*/ 18336 w 85725"/>
                <a:gd name="connsiteY9" fmla="*/ 51673 h 85725"/>
                <a:gd name="connsiteX10" fmla="*/ 35481 w 85725"/>
                <a:gd name="connsiteY10" fmla="*/ 68818 h 85725"/>
                <a:gd name="connsiteX11" fmla="*/ 37386 w 85725"/>
                <a:gd name="connsiteY11" fmla="*/ 82153 h 85725"/>
                <a:gd name="connsiteX12" fmla="*/ 49768 w 85725"/>
                <a:gd name="connsiteY12" fmla="*/ 82153 h 85725"/>
                <a:gd name="connsiteX13" fmla="*/ 51673 w 85725"/>
                <a:gd name="connsiteY13" fmla="*/ 68818 h 85725"/>
                <a:gd name="connsiteX14" fmla="*/ 68818 w 85725"/>
                <a:gd name="connsiteY14" fmla="*/ 51673 h 85725"/>
                <a:gd name="connsiteX15" fmla="*/ 82153 w 85725"/>
                <a:gd name="connsiteY15" fmla="*/ 49768 h 85725"/>
                <a:gd name="connsiteX16" fmla="*/ 82153 w 85725"/>
                <a:gd name="connsiteY16" fmla="*/ 3738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725" h="85725">
                  <a:moveTo>
                    <a:pt x="82153" y="37386"/>
                  </a:moveTo>
                  <a:lnTo>
                    <a:pt x="68818" y="35481"/>
                  </a:lnTo>
                  <a:cubicBezTo>
                    <a:pt x="60246" y="34528"/>
                    <a:pt x="52626" y="26908"/>
                    <a:pt x="51673" y="18336"/>
                  </a:cubicBezTo>
                  <a:lnTo>
                    <a:pt x="49768" y="5001"/>
                  </a:lnTo>
                  <a:cubicBezTo>
                    <a:pt x="48816" y="-1667"/>
                    <a:pt x="38338" y="-1667"/>
                    <a:pt x="37386" y="5001"/>
                  </a:cubicBezTo>
                  <a:lnTo>
                    <a:pt x="35481" y="18336"/>
                  </a:lnTo>
                  <a:cubicBezTo>
                    <a:pt x="34528" y="26908"/>
                    <a:pt x="26908" y="34528"/>
                    <a:pt x="18336" y="35481"/>
                  </a:cubicBezTo>
                  <a:lnTo>
                    <a:pt x="5001" y="37386"/>
                  </a:lnTo>
                  <a:cubicBezTo>
                    <a:pt x="-1667" y="38338"/>
                    <a:pt x="-1667" y="48816"/>
                    <a:pt x="5001" y="49768"/>
                  </a:cubicBezTo>
                  <a:lnTo>
                    <a:pt x="18336" y="51673"/>
                  </a:lnTo>
                  <a:cubicBezTo>
                    <a:pt x="26908" y="52626"/>
                    <a:pt x="34528" y="60246"/>
                    <a:pt x="35481" y="68818"/>
                  </a:cubicBezTo>
                  <a:lnTo>
                    <a:pt x="37386" y="82153"/>
                  </a:lnTo>
                  <a:cubicBezTo>
                    <a:pt x="38338" y="88821"/>
                    <a:pt x="48816" y="88821"/>
                    <a:pt x="49768" y="82153"/>
                  </a:cubicBezTo>
                  <a:lnTo>
                    <a:pt x="51673" y="68818"/>
                  </a:lnTo>
                  <a:cubicBezTo>
                    <a:pt x="52626" y="60246"/>
                    <a:pt x="60246" y="52626"/>
                    <a:pt x="68818" y="51673"/>
                  </a:cubicBezTo>
                  <a:lnTo>
                    <a:pt x="82153" y="49768"/>
                  </a:lnTo>
                  <a:cubicBezTo>
                    <a:pt x="88821" y="47863"/>
                    <a:pt x="88821" y="38338"/>
                    <a:pt x="82153" y="3738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9765269" y="2922715"/>
              <a:ext cx="124372" cy="124371"/>
            </a:xfrm>
            <a:custGeom>
              <a:avLst/>
              <a:gdLst>
                <a:gd name="connsiteX0" fmla="*/ 82153 w 85725"/>
                <a:gd name="connsiteY0" fmla="*/ 37386 h 85725"/>
                <a:gd name="connsiteX1" fmla="*/ 68818 w 85725"/>
                <a:gd name="connsiteY1" fmla="*/ 35481 h 85725"/>
                <a:gd name="connsiteX2" fmla="*/ 51673 w 85725"/>
                <a:gd name="connsiteY2" fmla="*/ 18336 h 85725"/>
                <a:gd name="connsiteX3" fmla="*/ 49768 w 85725"/>
                <a:gd name="connsiteY3" fmla="*/ 5001 h 85725"/>
                <a:gd name="connsiteX4" fmla="*/ 37386 w 85725"/>
                <a:gd name="connsiteY4" fmla="*/ 5001 h 85725"/>
                <a:gd name="connsiteX5" fmla="*/ 35481 w 85725"/>
                <a:gd name="connsiteY5" fmla="*/ 18336 h 85725"/>
                <a:gd name="connsiteX6" fmla="*/ 18336 w 85725"/>
                <a:gd name="connsiteY6" fmla="*/ 35481 h 85725"/>
                <a:gd name="connsiteX7" fmla="*/ 5001 w 85725"/>
                <a:gd name="connsiteY7" fmla="*/ 37386 h 85725"/>
                <a:gd name="connsiteX8" fmla="*/ 5001 w 85725"/>
                <a:gd name="connsiteY8" fmla="*/ 49768 h 85725"/>
                <a:gd name="connsiteX9" fmla="*/ 18336 w 85725"/>
                <a:gd name="connsiteY9" fmla="*/ 51673 h 85725"/>
                <a:gd name="connsiteX10" fmla="*/ 35481 w 85725"/>
                <a:gd name="connsiteY10" fmla="*/ 68818 h 85725"/>
                <a:gd name="connsiteX11" fmla="*/ 37386 w 85725"/>
                <a:gd name="connsiteY11" fmla="*/ 82153 h 85725"/>
                <a:gd name="connsiteX12" fmla="*/ 49768 w 85725"/>
                <a:gd name="connsiteY12" fmla="*/ 82153 h 85725"/>
                <a:gd name="connsiteX13" fmla="*/ 51673 w 85725"/>
                <a:gd name="connsiteY13" fmla="*/ 68818 h 85725"/>
                <a:gd name="connsiteX14" fmla="*/ 68818 w 85725"/>
                <a:gd name="connsiteY14" fmla="*/ 51673 h 85725"/>
                <a:gd name="connsiteX15" fmla="*/ 82153 w 85725"/>
                <a:gd name="connsiteY15" fmla="*/ 49768 h 85725"/>
                <a:gd name="connsiteX16" fmla="*/ 82153 w 85725"/>
                <a:gd name="connsiteY16" fmla="*/ 3738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725" h="85725">
                  <a:moveTo>
                    <a:pt x="82153" y="37386"/>
                  </a:moveTo>
                  <a:lnTo>
                    <a:pt x="68818" y="35481"/>
                  </a:lnTo>
                  <a:cubicBezTo>
                    <a:pt x="60246" y="34528"/>
                    <a:pt x="52626" y="26908"/>
                    <a:pt x="51673" y="18336"/>
                  </a:cubicBezTo>
                  <a:lnTo>
                    <a:pt x="49768" y="5001"/>
                  </a:lnTo>
                  <a:cubicBezTo>
                    <a:pt x="48816" y="-1667"/>
                    <a:pt x="38338" y="-1667"/>
                    <a:pt x="37386" y="5001"/>
                  </a:cubicBezTo>
                  <a:lnTo>
                    <a:pt x="35481" y="18336"/>
                  </a:lnTo>
                  <a:cubicBezTo>
                    <a:pt x="34528" y="26908"/>
                    <a:pt x="26908" y="34528"/>
                    <a:pt x="18336" y="35481"/>
                  </a:cubicBezTo>
                  <a:lnTo>
                    <a:pt x="5001" y="37386"/>
                  </a:lnTo>
                  <a:cubicBezTo>
                    <a:pt x="-1667" y="38338"/>
                    <a:pt x="-1667" y="48816"/>
                    <a:pt x="5001" y="49768"/>
                  </a:cubicBezTo>
                  <a:lnTo>
                    <a:pt x="18336" y="51673"/>
                  </a:lnTo>
                  <a:cubicBezTo>
                    <a:pt x="26908" y="52626"/>
                    <a:pt x="34528" y="60246"/>
                    <a:pt x="35481" y="68818"/>
                  </a:cubicBezTo>
                  <a:lnTo>
                    <a:pt x="37386" y="82153"/>
                  </a:lnTo>
                  <a:cubicBezTo>
                    <a:pt x="38338" y="88821"/>
                    <a:pt x="48816" y="88821"/>
                    <a:pt x="49768" y="82153"/>
                  </a:cubicBezTo>
                  <a:lnTo>
                    <a:pt x="51673" y="68818"/>
                  </a:lnTo>
                  <a:cubicBezTo>
                    <a:pt x="52626" y="60246"/>
                    <a:pt x="60246" y="52626"/>
                    <a:pt x="68818" y="51673"/>
                  </a:cubicBezTo>
                  <a:lnTo>
                    <a:pt x="82153" y="49768"/>
                  </a:lnTo>
                  <a:cubicBezTo>
                    <a:pt x="88821" y="47863"/>
                    <a:pt x="88821" y="38338"/>
                    <a:pt x="82153" y="37386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11380440" y="1910946"/>
              <a:ext cx="69095" cy="69095"/>
            </a:xfrm>
            <a:custGeom>
              <a:avLst/>
              <a:gdLst>
                <a:gd name="connsiteX0" fmla="*/ 3572 w 47625"/>
                <a:gd name="connsiteY0" fmla="*/ 29527 h 47625"/>
                <a:gd name="connsiteX1" fmla="*/ 11192 w 47625"/>
                <a:gd name="connsiteY1" fmla="*/ 30480 h 47625"/>
                <a:gd name="connsiteX2" fmla="*/ 21669 w 47625"/>
                <a:gd name="connsiteY2" fmla="*/ 40957 h 47625"/>
                <a:gd name="connsiteX3" fmla="*/ 22622 w 47625"/>
                <a:gd name="connsiteY3" fmla="*/ 48577 h 47625"/>
                <a:gd name="connsiteX4" fmla="*/ 30242 w 47625"/>
                <a:gd name="connsiteY4" fmla="*/ 48577 h 47625"/>
                <a:gd name="connsiteX5" fmla="*/ 31194 w 47625"/>
                <a:gd name="connsiteY5" fmla="*/ 40957 h 47625"/>
                <a:gd name="connsiteX6" fmla="*/ 41672 w 47625"/>
                <a:gd name="connsiteY6" fmla="*/ 30480 h 47625"/>
                <a:gd name="connsiteX7" fmla="*/ 49292 w 47625"/>
                <a:gd name="connsiteY7" fmla="*/ 29527 h 47625"/>
                <a:gd name="connsiteX8" fmla="*/ 49292 w 47625"/>
                <a:gd name="connsiteY8" fmla="*/ 21907 h 47625"/>
                <a:gd name="connsiteX9" fmla="*/ 41672 w 47625"/>
                <a:gd name="connsiteY9" fmla="*/ 20955 h 47625"/>
                <a:gd name="connsiteX10" fmla="*/ 31194 w 47625"/>
                <a:gd name="connsiteY10" fmla="*/ 10477 h 47625"/>
                <a:gd name="connsiteX11" fmla="*/ 30242 w 47625"/>
                <a:gd name="connsiteY11" fmla="*/ 2857 h 47625"/>
                <a:gd name="connsiteX12" fmla="*/ 22622 w 47625"/>
                <a:gd name="connsiteY12" fmla="*/ 2857 h 47625"/>
                <a:gd name="connsiteX13" fmla="*/ 21669 w 47625"/>
                <a:gd name="connsiteY13" fmla="*/ 10477 h 47625"/>
                <a:gd name="connsiteX14" fmla="*/ 11192 w 47625"/>
                <a:gd name="connsiteY14" fmla="*/ 20955 h 47625"/>
                <a:gd name="connsiteX15" fmla="*/ 3572 w 47625"/>
                <a:gd name="connsiteY15" fmla="*/ 21907 h 47625"/>
                <a:gd name="connsiteX16" fmla="*/ 3572 w 47625"/>
                <a:gd name="connsiteY16" fmla="*/ 2952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3572" y="29527"/>
                  </a:moveTo>
                  <a:lnTo>
                    <a:pt x="11192" y="30480"/>
                  </a:lnTo>
                  <a:cubicBezTo>
                    <a:pt x="15954" y="31432"/>
                    <a:pt x="20717" y="35242"/>
                    <a:pt x="21669" y="40957"/>
                  </a:cubicBezTo>
                  <a:lnTo>
                    <a:pt x="22622" y="48577"/>
                  </a:lnTo>
                  <a:cubicBezTo>
                    <a:pt x="23574" y="52388"/>
                    <a:pt x="29289" y="52388"/>
                    <a:pt x="30242" y="48577"/>
                  </a:cubicBezTo>
                  <a:lnTo>
                    <a:pt x="31194" y="40957"/>
                  </a:lnTo>
                  <a:cubicBezTo>
                    <a:pt x="32147" y="36195"/>
                    <a:pt x="35957" y="31432"/>
                    <a:pt x="41672" y="30480"/>
                  </a:cubicBezTo>
                  <a:lnTo>
                    <a:pt x="49292" y="29527"/>
                  </a:lnTo>
                  <a:cubicBezTo>
                    <a:pt x="53102" y="28575"/>
                    <a:pt x="53102" y="22860"/>
                    <a:pt x="49292" y="21907"/>
                  </a:cubicBezTo>
                  <a:lnTo>
                    <a:pt x="41672" y="20955"/>
                  </a:lnTo>
                  <a:cubicBezTo>
                    <a:pt x="36909" y="20002"/>
                    <a:pt x="32147" y="16192"/>
                    <a:pt x="31194" y="10477"/>
                  </a:cubicBezTo>
                  <a:lnTo>
                    <a:pt x="30242" y="2857"/>
                  </a:lnTo>
                  <a:cubicBezTo>
                    <a:pt x="29289" y="-952"/>
                    <a:pt x="23574" y="-952"/>
                    <a:pt x="22622" y="2857"/>
                  </a:cubicBezTo>
                  <a:lnTo>
                    <a:pt x="21669" y="10477"/>
                  </a:lnTo>
                  <a:cubicBezTo>
                    <a:pt x="20717" y="15240"/>
                    <a:pt x="16907" y="20002"/>
                    <a:pt x="11192" y="20955"/>
                  </a:cubicBezTo>
                  <a:lnTo>
                    <a:pt x="3572" y="21907"/>
                  </a:lnTo>
                  <a:cubicBezTo>
                    <a:pt x="-1191" y="22860"/>
                    <a:pt x="-1191" y="28575"/>
                    <a:pt x="3572" y="29527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9430410" y="2324598"/>
              <a:ext cx="69095" cy="69095"/>
            </a:xfrm>
            <a:custGeom>
              <a:avLst/>
              <a:gdLst>
                <a:gd name="connsiteX0" fmla="*/ 48578 w 47625"/>
                <a:gd name="connsiteY0" fmla="*/ 21907 h 47625"/>
                <a:gd name="connsiteX1" fmla="*/ 40958 w 47625"/>
                <a:gd name="connsiteY1" fmla="*/ 20955 h 47625"/>
                <a:gd name="connsiteX2" fmla="*/ 30480 w 47625"/>
                <a:gd name="connsiteY2" fmla="*/ 10477 h 47625"/>
                <a:gd name="connsiteX3" fmla="*/ 29528 w 47625"/>
                <a:gd name="connsiteY3" fmla="*/ 2857 h 47625"/>
                <a:gd name="connsiteX4" fmla="*/ 21908 w 47625"/>
                <a:gd name="connsiteY4" fmla="*/ 2857 h 47625"/>
                <a:gd name="connsiteX5" fmla="*/ 20955 w 47625"/>
                <a:gd name="connsiteY5" fmla="*/ 10477 h 47625"/>
                <a:gd name="connsiteX6" fmla="*/ 10478 w 47625"/>
                <a:gd name="connsiteY6" fmla="*/ 20955 h 47625"/>
                <a:gd name="connsiteX7" fmla="*/ 2858 w 47625"/>
                <a:gd name="connsiteY7" fmla="*/ 21907 h 47625"/>
                <a:gd name="connsiteX8" fmla="*/ 2858 w 47625"/>
                <a:gd name="connsiteY8" fmla="*/ 29527 h 47625"/>
                <a:gd name="connsiteX9" fmla="*/ 10478 w 47625"/>
                <a:gd name="connsiteY9" fmla="*/ 30480 h 47625"/>
                <a:gd name="connsiteX10" fmla="*/ 20955 w 47625"/>
                <a:gd name="connsiteY10" fmla="*/ 40957 h 47625"/>
                <a:gd name="connsiteX11" fmla="*/ 21908 w 47625"/>
                <a:gd name="connsiteY11" fmla="*/ 48577 h 47625"/>
                <a:gd name="connsiteX12" fmla="*/ 29528 w 47625"/>
                <a:gd name="connsiteY12" fmla="*/ 48577 h 47625"/>
                <a:gd name="connsiteX13" fmla="*/ 30480 w 47625"/>
                <a:gd name="connsiteY13" fmla="*/ 40957 h 47625"/>
                <a:gd name="connsiteX14" fmla="*/ 40958 w 47625"/>
                <a:gd name="connsiteY14" fmla="*/ 30480 h 47625"/>
                <a:gd name="connsiteX15" fmla="*/ 48578 w 47625"/>
                <a:gd name="connsiteY15" fmla="*/ 29527 h 47625"/>
                <a:gd name="connsiteX16" fmla="*/ 48578 w 47625"/>
                <a:gd name="connsiteY16" fmla="*/ 2190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48578" y="21907"/>
                  </a:moveTo>
                  <a:lnTo>
                    <a:pt x="40958" y="20955"/>
                  </a:lnTo>
                  <a:cubicBezTo>
                    <a:pt x="35242" y="20002"/>
                    <a:pt x="31433" y="16193"/>
                    <a:pt x="30480" y="10477"/>
                  </a:cubicBezTo>
                  <a:lnTo>
                    <a:pt x="29528" y="2857"/>
                  </a:lnTo>
                  <a:cubicBezTo>
                    <a:pt x="28575" y="-952"/>
                    <a:pt x="22860" y="-952"/>
                    <a:pt x="21908" y="2857"/>
                  </a:cubicBezTo>
                  <a:lnTo>
                    <a:pt x="20955" y="10477"/>
                  </a:lnTo>
                  <a:cubicBezTo>
                    <a:pt x="20003" y="15240"/>
                    <a:pt x="16192" y="20002"/>
                    <a:pt x="10478" y="20955"/>
                  </a:cubicBezTo>
                  <a:lnTo>
                    <a:pt x="2858" y="21907"/>
                  </a:lnTo>
                  <a:cubicBezTo>
                    <a:pt x="-953" y="22860"/>
                    <a:pt x="-953" y="28575"/>
                    <a:pt x="2858" y="29527"/>
                  </a:cubicBezTo>
                  <a:lnTo>
                    <a:pt x="10478" y="30480"/>
                  </a:lnTo>
                  <a:cubicBezTo>
                    <a:pt x="15240" y="31432"/>
                    <a:pt x="20003" y="35243"/>
                    <a:pt x="20955" y="40957"/>
                  </a:cubicBezTo>
                  <a:lnTo>
                    <a:pt x="21908" y="48577"/>
                  </a:lnTo>
                  <a:cubicBezTo>
                    <a:pt x="22860" y="52387"/>
                    <a:pt x="28575" y="52387"/>
                    <a:pt x="29528" y="48577"/>
                  </a:cubicBezTo>
                  <a:lnTo>
                    <a:pt x="30480" y="40957"/>
                  </a:lnTo>
                  <a:cubicBezTo>
                    <a:pt x="31433" y="36195"/>
                    <a:pt x="35242" y="31432"/>
                    <a:pt x="40958" y="30480"/>
                  </a:cubicBezTo>
                  <a:lnTo>
                    <a:pt x="48578" y="29527"/>
                  </a:lnTo>
                  <a:cubicBezTo>
                    <a:pt x="52387" y="27623"/>
                    <a:pt x="52387" y="21907"/>
                    <a:pt x="48578" y="219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10702438" y="1207135"/>
              <a:ext cx="69095" cy="69095"/>
            </a:xfrm>
            <a:custGeom>
              <a:avLst/>
              <a:gdLst>
                <a:gd name="connsiteX0" fmla="*/ 48577 w 47625"/>
                <a:gd name="connsiteY0" fmla="*/ 21908 h 47625"/>
                <a:gd name="connsiteX1" fmla="*/ 40958 w 47625"/>
                <a:gd name="connsiteY1" fmla="*/ 20955 h 47625"/>
                <a:gd name="connsiteX2" fmla="*/ 30480 w 47625"/>
                <a:gd name="connsiteY2" fmla="*/ 10478 h 47625"/>
                <a:gd name="connsiteX3" fmla="*/ 29527 w 47625"/>
                <a:gd name="connsiteY3" fmla="*/ 2858 h 47625"/>
                <a:gd name="connsiteX4" fmla="*/ 21908 w 47625"/>
                <a:gd name="connsiteY4" fmla="*/ 2858 h 47625"/>
                <a:gd name="connsiteX5" fmla="*/ 20955 w 47625"/>
                <a:gd name="connsiteY5" fmla="*/ 10478 h 47625"/>
                <a:gd name="connsiteX6" fmla="*/ 10477 w 47625"/>
                <a:gd name="connsiteY6" fmla="*/ 20955 h 47625"/>
                <a:gd name="connsiteX7" fmla="*/ 2858 w 47625"/>
                <a:gd name="connsiteY7" fmla="*/ 21908 h 47625"/>
                <a:gd name="connsiteX8" fmla="*/ 2858 w 47625"/>
                <a:gd name="connsiteY8" fmla="*/ 29528 h 47625"/>
                <a:gd name="connsiteX9" fmla="*/ 10477 w 47625"/>
                <a:gd name="connsiteY9" fmla="*/ 30480 h 47625"/>
                <a:gd name="connsiteX10" fmla="*/ 20955 w 47625"/>
                <a:gd name="connsiteY10" fmla="*/ 40958 h 47625"/>
                <a:gd name="connsiteX11" fmla="*/ 21908 w 47625"/>
                <a:gd name="connsiteY11" fmla="*/ 48578 h 47625"/>
                <a:gd name="connsiteX12" fmla="*/ 29527 w 47625"/>
                <a:gd name="connsiteY12" fmla="*/ 48578 h 47625"/>
                <a:gd name="connsiteX13" fmla="*/ 30480 w 47625"/>
                <a:gd name="connsiteY13" fmla="*/ 40958 h 47625"/>
                <a:gd name="connsiteX14" fmla="*/ 40958 w 47625"/>
                <a:gd name="connsiteY14" fmla="*/ 30480 h 47625"/>
                <a:gd name="connsiteX15" fmla="*/ 48577 w 47625"/>
                <a:gd name="connsiteY15" fmla="*/ 29528 h 47625"/>
                <a:gd name="connsiteX16" fmla="*/ 48577 w 47625"/>
                <a:gd name="connsiteY16" fmla="*/ 2190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48577" y="21908"/>
                  </a:moveTo>
                  <a:lnTo>
                    <a:pt x="40958" y="20955"/>
                  </a:lnTo>
                  <a:cubicBezTo>
                    <a:pt x="36195" y="20003"/>
                    <a:pt x="31433" y="16193"/>
                    <a:pt x="30480" y="10478"/>
                  </a:cubicBezTo>
                  <a:lnTo>
                    <a:pt x="29527" y="2858"/>
                  </a:lnTo>
                  <a:cubicBezTo>
                    <a:pt x="28575" y="-953"/>
                    <a:pt x="22860" y="-953"/>
                    <a:pt x="21908" y="2858"/>
                  </a:cubicBezTo>
                  <a:lnTo>
                    <a:pt x="20955" y="10478"/>
                  </a:lnTo>
                  <a:cubicBezTo>
                    <a:pt x="20002" y="15240"/>
                    <a:pt x="16193" y="20003"/>
                    <a:pt x="10477" y="20955"/>
                  </a:cubicBezTo>
                  <a:lnTo>
                    <a:pt x="2858" y="21908"/>
                  </a:lnTo>
                  <a:cubicBezTo>
                    <a:pt x="-953" y="22860"/>
                    <a:pt x="-953" y="28575"/>
                    <a:pt x="2858" y="29528"/>
                  </a:cubicBezTo>
                  <a:lnTo>
                    <a:pt x="10477" y="30480"/>
                  </a:lnTo>
                  <a:cubicBezTo>
                    <a:pt x="15240" y="31433"/>
                    <a:pt x="20002" y="35243"/>
                    <a:pt x="20955" y="40958"/>
                  </a:cubicBezTo>
                  <a:lnTo>
                    <a:pt x="21908" y="48578"/>
                  </a:lnTo>
                  <a:cubicBezTo>
                    <a:pt x="22860" y="52387"/>
                    <a:pt x="28575" y="52387"/>
                    <a:pt x="29527" y="48578"/>
                  </a:cubicBezTo>
                  <a:lnTo>
                    <a:pt x="30480" y="40958"/>
                  </a:lnTo>
                  <a:cubicBezTo>
                    <a:pt x="31433" y="36195"/>
                    <a:pt x="35243" y="31433"/>
                    <a:pt x="40958" y="30480"/>
                  </a:cubicBezTo>
                  <a:lnTo>
                    <a:pt x="48577" y="29528"/>
                  </a:lnTo>
                  <a:cubicBezTo>
                    <a:pt x="52388" y="28575"/>
                    <a:pt x="52388" y="22860"/>
                    <a:pt x="48577" y="21908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11698116" y="5060770"/>
              <a:ext cx="69095" cy="69095"/>
            </a:xfrm>
            <a:custGeom>
              <a:avLst/>
              <a:gdLst>
                <a:gd name="connsiteX0" fmla="*/ 48577 w 47625"/>
                <a:gd name="connsiteY0" fmla="*/ 21908 h 47625"/>
                <a:gd name="connsiteX1" fmla="*/ 40957 w 47625"/>
                <a:gd name="connsiteY1" fmla="*/ 20955 h 47625"/>
                <a:gd name="connsiteX2" fmla="*/ 30480 w 47625"/>
                <a:gd name="connsiteY2" fmla="*/ 10478 h 47625"/>
                <a:gd name="connsiteX3" fmla="*/ 29527 w 47625"/>
                <a:gd name="connsiteY3" fmla="*/ 2858 h 47625"/>
                <a:gd name="connsiteX4" fmla="*/ 21907 w 47625"/>
                <a:gd name="connsiteY4" fmla="*/ 2858 h 47625"/>
                <a:gd name="connsiteX5" fmla="*/ 20955 w 47625"/>
                <a:gd name="connsiteY5" fmla="*/ 10478 h 47625"/>
                <a:gd name="connsiteX6" fmla="*/ 10477 w 47625"/>
                <a:gd name="connsiteY6" fmla="*/ 20955 h 47625"/>
                <a:gd name="connsiteX7" fmla="*/ 2857 w 47625"/>
                <a:gd name="connsiteY7" fmla="*/ 21908 h 47625"/>
                <a:gd name="connsiteX8" fmla="*/ 2857 w 47625"/>
                <a:gd name="connsiteY8" fmla="*/ 29528 h 47625"/>
                <a:gd name="connsiteX9" fmla="*/ 10477 w 47625"/>
                <a:gd name="connsiteY9" fmla="*/ 30480 h 47625"/>
                <a:gd name="connsiteX10" fmla="*/ 20955 w 47625"/>
                <a:gd name="connsiteY10" fmla="*/ 40958 h 47625"/>
                <a:gd name="connsiteX11" fmla="*/ 21907 w 47625"/>
                <a:gd name="connsiteY11" fmla="*/ 48578 h 47625"/>
                <a:gd name="connsiteX12" fmla="*/ 29527 w 47625"/>
                <a:gd name="connsiteY12" fmla="*/ 48578 h 47625"/>
                <a:gd name="connsiteX13" fmla="*/ 30480 w 47625"/>
                <a:gd name="connsiteY13" fmla="*/ 40958 h 47625"/>
                <a:gd name="connsiteX14" fmla="*/ 40957 w 47625"/>
                <a:gd name="connsiteY14" fmla="*/ 30480 h 47625"/>
                <a:gd name="connsiteX15" fmla="*/ 48577 w 47625"/>
                <a:gd name="connsiteY15" fmla="*/ 29528 h 47625"/>
                <a:gd name="connsiteX16" fmla="*/ 48577 w 47625"/>
                <a:gd name="connsiteY16" fmla="*/ 2190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48577" y="21908"/>
                  </a:moveTo>
                  <a:lnTo>
                    <a:pt x="40957" y="20955"/>
                  </a:lnTo>
                  <a:cubicBezTo>
                    <a:pt x="36195" y="20003"/>
                    <a:pt x="31432" y="16193"/>
                    <a:pt x="30480" y="10478"/>
                  </a:cubicBezTo>
                  <a:lnTo>
                    <a:pt x="29527" y="2858"/>
                  </a:lnTo>
                  <a:cubicBezTo>
                    <a:pt x="28575" y="-953"/>
                    <a:pt x="22860" y="-953"/>
                    <a:pt x="21907" y="2858"/>
                  </a:cubicBezTo>
                  <a:lnTo>
                    <a:pt x="20955" y="10478"/>
                  </a:lnTo>
                  <a:cubicBezTo>
                    <a:pt x="20002" y="15240"/>
                    <a:pt x="16192" y="20003"/>
                    <a:pt x="10477" y="20955"/>
                  </a:cubicBezTo>
                  <a:lnTo>
                    <a:pt x="2857" y="21908"/>
                  </a:lnTo>
                  <a:cubicBezTo>
                    <a:pt x="-952" y="22860"/>
                    <a:pt x="-952" y="28575"/>
                    <a:pt x="2857" y="29528"/>
                  </a:cubicBezTo>
                  <a:lnTo>
                    <a:pt x="10477" y="30480"/>
                  </a:lnTo>
                  <a:cubicBezTo>
                    <a:pt x="15240" y="31433"/>
                    <a:pt x="20002" y="35243"/>
                    <a:pt x="20955" y="40958"/>
                  </a:cubicBezTo>
                  <a:lnTo>
                    <a:pt x="21907" y="48578"/>
                  </a:lnTo>
                  <a:cubicBezTo>
                    <a:pt x="22860" y="52388"/>
                    <a:pt x="28575" y="52388"/>
                    <a:pt x="29527" y="48578"/>
                  </a:cubicBezTo>
                  <a:lnTo>
                    <a:pt x="30480" y="40958"/>
                  </a:lnTo>
                  <a:cubicBezTo>
                    <a:pt x="31432" y="36195"/>
                    <a:pt x="35242" y="31433"/>
                    <a:pt x="40957" y="30480"/>
                  </a:cubicBezTo>
                  <a:lnTo>
                    <a:pt x="48577" y="29528"/>
                  </a:lnTo>
                  <a:cubicBezTo>
                    <a:pt x="53340" y="28575"/>
                    <a:pt x="53340" y="21908"/>
                    <a:pt x="48577" y="21908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11287689" y="4309013"/>
              <a:ext cx="69095" cy="69095"/>
            </a:xfrm>
            <a:custGeom>
              <a:avLst/>
              <a:gdLst>
                <a:gd name="connsiteX0" fmla="*/ 48578 w 47625"/>
                <a:gd name="connsiteY0" fmla="*/ 21907 h 47625"/>
                <a:gd name="connsiteX1" fmla="*/ 40958 w 47625"/>
                <a:gd name="connsiteY1" fmla="*/ 20955 h 47625"/>
                <a:gd name="connsiteX2" fmla="*/ 30480 w 47625"/>
                <a:gd name="connsiteY2" fmla="*/ 10478 h 47625"/>
                <a:gd name="connsiteX3" fmla="*/ 29528 w 47625"/>
                <a:gd name="connsiteY3" fmla="*/ 2857 h 47625"/>
                <a:gd name="connsiteX4" fmla="*/ 21908 w 47625"/>
                <a:gd name="connsiteY4" fmla="*/ 2857 h 47625"/>
                <a:gd name="connsiteX5" fmla="*/ 20955 w 47625"/>
                <a:gd name="connsiteY5" fmla="*/ 10478 h 47625"/>
                <a:gd name="connsiteX6" fmla="*/ 10478 w 47625"/>
                <a:gd name="connsiteY6" fmla="*/ 20955 h 47625"/>
                <a:gd name="connsiteX7" fmla="*/ 2858 w 47625"/>
                <a:gd name="connsiteY7" fmla="*/ 21907 h 47625"/>
                <a:gd name="connsiteX8" fmla="*/ 2858 w 47625"/>
                <a:gd name="connsiteY8" fmla="*/ 29528 h 47625"/>
                <a:gd name="connsiteX9" fmla="*/ 10478 w 47625"/>
                <a:gd name="connsiteY9" fmla="*/ 30480 h 47625"/>
                <a:gd name="connsiteX10" fmla="*/ 20955 w 47625"/>
                <a:gd name="connsiteY10" fmla="*/ 40957 h 47625"/>
                <a:gd name="connsiteX11" fmla="*/ 21908 w 47625"/>
                <a:gd name="connsiteY11" fmla="*/ 48578 h 47625"/>
                <a:gd name="connsiteX12" fmla="*/ 29528 w 47625"/>
                <a:gd name="connsiteY12" fmla="*/ 48578 h 47625"/>
                <a:gd name="connsiteX13" fmla="*/ 30480 w 47625"/>
                <a:gd name="connsiteY13" fmla="*/ 40957 h 47625"/>
                <a:gd name="connsiteX14" fmla="*/ 40958 w 47625"/>
                <a:gd name="connsiteY14" fmla="*/ 30480 h 47625"/>
                <a:gd name="connsiteX15" fmla="*/ 48578 w 47625"/>
                <a:gd name="connsiteY15" fmla="*/ 29528 h 47625"/>
                <a:gd name="connsiteX16" fmla="*/ 48578 w 47625"/>
                <a:gd name="connsiteY16" fmla="*/ 2190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48578" y="21907"/>
                  </a:moveTo>
                  <a:lnTo>
                    <a:pt x="40958" y="20955"/>
                  </a:lnTo>
                  <a:cubicBezTo>
                    <a:pt x="36195" y="20003"/>
                    <a:pt x="31433" y="16193"/>
                    <a:pt x="30480" y="10478"/>
                  </a:cubicBezTo>
                  <a:lnTo>
                    <a:pt x="29528" y="2857"/>
                  </a:lnTo>
                  <a:cubicBezTo>
                    <a:pt x="28575" y="-952"/>
                    <a:pt x="22860" y="-952"/>
                    <a:pt x="21908" y="2857"/>
                  </a:cubicBezTo>
                  <a:lnTo>
                    <a:pt x="20955" y="10478"/>
                  </a:lnTo>
                  <a:cubicBezTo>
                    <a:pt x="20003" y="15240"/>
                    <a:pt x="16193" y="20003"/>
                    <a:pt x="10478" y="20955"/>
                  </a:cubicBezTo>
                  <a:lnTo>
                    <a:pt x="2858" y="21907"/>
                  </a:lnTo>
                  <a:cubicBezTo>
                    <a:pt x="-953" y="22860"/>
                    <a:pt x="-953" y="28575"/>
                    <a:pt x="2858" y="29528"/>
                  </a:cubicBezTo>
                  <a:lnTo>
                    <a:pt x="10478" y="30480"/>
                  </a:lnTo>
                  <a:cubicBezTo>
                    <a:pt x="15240" y="31432"/>
                    <a:pt x="20003" y="35243"/>
                    <a:pt x="20955" y="40957"/>
                  </a:cubicBezTo>
                  <a:lnTo>
                    <a:pt x="21908" y="48578"/>
                  </a:lnTo>
                  <a:cubicBezTo>
                    <a:pt x="22860" y="52388"/>
                    <a:pt x="28575" y="52388"/>
                    <a:pt x="29528" y="48578"/>
                  </a:cubicBezTo>
                  <a:lnTo>
                    <a:pt x="30480" y="40957"/>
                  </a:lnTo>
                  <a:cubicBezTo>
                    <a:pt x="31433" y="36195"/>
                    <a:pt x="35243" y="31432"/>
                    <a:pt x="40958" y="30480"/>
                  </a:cubicBezTo>
                  <a:lnTo>
                    <a:pt x="48578" y="29528"/>
                  </a:lnTo>
                  <a:cubicBezTo>
                    <a:pt x="52388" y="28575"/>
                    <a:pt x="52388" y="22860"/>
                    <a:pt x="48578" y="219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8771260" y="6591099"/>
              <a:ext cx="69095" cy="69095"/>
            </a:xfrm>
            <a:custGeom>
              <a:avLst/>
              <a:gdLst>
                <a:gd name="connsiteX0" fmla="*/ 48578 w 47625"/>
                <a:gd name="connsiteY0" fmla="*/ 21907 h 47625"/>
                <a:gd name="connsiteX1" fmla="*/ 40958 w 47625"/>
                <a:gd name="connsiteY1" fmla="*/ 20955 h 47625"/>
                <a:gd name="connsiteX2" fmla="*/ 30480 w 47625"/>
                <a:gd name="connsiteY2" fmla="*/ 10478 h 47625"/>
                <a:gd name="connsiteX3" fmla="*/ 29528 w 47625"/>
                <a:gd name="connsiteY3" fmla="*/ 2857 h 47625"/>
                <a:gd name="connsiteX4" fmla="*/ 21908 w 47625"/>
                <a:gd name="connsiteY4" fmla="*/ 2857 h 47625"/>
                <a:gd name="connsiteX5" fmla="*/ 20955 w 47625"/>
                <a:gd name="connsiteY5" fmla="*/ 10478 h 47625"/>
                <a:gd name="connsiteX6" fmla="*/ 10478 w 47625"/>
                <a:gd name="connsiteY6" fmla="*/ 20955 h 47625"/>
                <a:gd name="connsiteX7" fmla="*/ 2858 w 47625"/>
                <a:gd name="connsiteY7" fmla="*/ 21907 h 47625"/>
                <a:gd name="connsiteX8" fmla="*/ 2858 w 47625"/>
                <a:gd name="connsiteY8" fmla="*/ 29528 h 47625"/>
                <a:gd name="connsiteX9" fmla="*/ 10478 w 47625"/>
                <a:gd name="connsiteY9" fmla="*/ 30480 h 47625"/>
                <a:gd name="connsiteX10" fmla="*/ 20955 w 47625"/>
                <a:gd name="connsiteY10" fmla="*/ 40957 h 47625"/>
                <a:gd name="connsiteX11" fmla="*/ 21908 w 47625"/>
                <a:gd name="connsiteY11" fmla="*/ 48578 h 47625"/>
                <a:gd name="connsiteX12" fmla="*/ 29528 w 47625"/>
                <a:gd name="connsiteY12" fmla="*/ 48578 h 47625"/>
                <a:gd name="connsiteX13" fmla="*/ 30480 w 47625"/>
                <a:gd name="connsiteY13" fmla="*/ 40957 h 47625"/>
                <a:gd name="connsiteX14" fmla="*/ 40958 w 47625"/>
                <a:gd name="connsiteY14" fmla="*/ 30480 h 47625"/>
                <a:gd name="connsiteX15" fmla="*/ 48578 w 47625"/>
                <a:gd name="connsiteY15" fmla="*/ 29528 h 47625"/>
                <a:gd name="connsiteX16" fmla="*/ 48578 w 47625"/>
                <a:gd name="connsiteY16" fmla="*/ 2190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48578" y="21907"/>
                  </a:moveTo>
                  <a:lnTo>
                    <a:pt x="40958" y="20955"/>
                  </a:lnTo>
                  <a:cubicBezTo>
                    <a:pt x="35242" y="20003"/>
                    <a:pt x="31433" y="16192"/>
                    <a:pt x="30480" y="10478"/>
                  </a:cubicBezTo>
                  <a:lnTo>
                    <a:pt x="29528" y="2857"/>
                  </a:lnTo>
                  <a:cubicBezTo>
                    <a:pt x="28575" y="-952"/>
                    <a:pt x="22860" y="-952"/>
                    <a:pt x="21908" y="2857"/>
                  </a:cubicBezTo>
                  <a:lnTo>
                    <a:pt x="20955" y="10478"/>
                  </a:lnTo>
                  <a:cubicBezTo>
                    <a:pt x="20003" y="15240"/>
                    <a:pt x="16192" y="20003"/>
                    <a:pt x="10478" y="20955"/>
                  </a:cubicBezTo>
                  <a:lnTo>
                    <a:pt x="2858" y="21907"/>
                  </a:lnTo>
                  <a:cubicBezTo>
                    <a:pt x="-953" y="22860"/>
                    <a:pt x="-953" y="28575"/>
                    <a:pt x="2858" y="29528"/>
                  </a:cubicBezTo>
                  <a:lnTo>
                    <a:pt x="10478" y="30480"/>
                  </a:lnTo>
                  <a:cubicBezTo>
                    <a:pt x="15240" y="31432"/>
                    <a:pt x="20003" y="35242"/>
                    <a:pt x="20955" y="40957"/>
                  </a:cubicBezTo>
                  <a:lnTo>
                    <a:pt x="21908" y="48578"/>
                  </a:lnTo>
                  <a:cubicBezTo>
                    <a:pt x="22860" y="52388"/>
                    <a:pt x="28575" y="52388"/>
                    <a:pt x="29528" y="48578"/>
                  </a:cubicBezTo>
                  <a:lnTo>
                    <a:pt x="30480" y="40957"/>
                  </a:lnTo>
                  <a:cubicBezTo>
                    <a:pt x="31433" y="36195"/>
                    <a:pt x="35242" y="31432"/>
                    <a:pt x="40958" y="30480"/>
                  </a:cubicBezTo>
                  <a:lnTo>
                    <a:pt x="48578" y="29528"/>
                  </a:lnTo>
                  <a:cubicBezTo>
                    <a:pt x="52388" y="28575"/>
                    <a:pt x="52388" y="22860"/>
                    <a:pt x="48578" y="219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9437552" y="3593705"/>
              <a:ext cx="69095" cy="69095"/>
            </a:xfrm>
            <a:custGeom>
              <a:avLst/>
              <a:gdLst>
                <a:gd name="connsiteX0" fmla="*/ 48577 w 47625"/>
                <a:gd name="connsiteY0" fmla="*/ 21907 h 47625"/>
                <a:gd name="connsiteX1" fmla="*/ 40958 w 47625"/>
                <a:gd name="connsiteY1" fmla="*/ 20955 h 47625"/>
                <a:gd name="connsiteX2" fmla="*/ 30480 w 47625"/>
                <a:gd name="connsiteY2" fmla="*/ 10477 h 47625"/>
                <a:gd name="connsiteX3" fmla="*/ 29527 w 47625"/>
                <a:gd name="connsiteY3" fmla="*/ 2857 h 47625"/>
                <a:gd name="connsiteX4" fmla="*/ 21908 w 47625"/>
                <a:gd name="connsiteY4" fmla="*/ 2857 h 47625"/>
                <a:gd name="connsiteX5" fmla="*/ 20955 w 47625"/>
                <a:gd name="connsiteY5" fmla="*/ 10477 h 47625"/>
                <a:gd name="connsiteX6" fmla="*/ 10477 w 47625"/>
                <a:gd name="connsiteY6" fmla="*/ 20955 h 47625"/>
                <a:gd name="connsiteX7" fmla="*/ 2858 w 47625"/>
                <a:gd name="connsiteY7" fmla="*/ 21907 h 47625"/>
                <a:gd name="connsiteX8" fmla="*/ 2858 w 47625"/>
                <a:gd name="connsiteY8" fmla="*/ 29527 h 47625"/>
                <a:gd name="connsiteX9" fmla="*/ 10477 w 47625"/>
                <a:gd name="connsiteY9" fmla="*/ 30480 h 47625"/>
                <a:gd name="connsiteX10" fmla="*/ 20955 w 47625"/>
                <a:gd name="connsiteY10" fmla="*/ 40957 h 47625"/>
                <a:gd name="connsiteX11" fmla="*/ 21908 w 47625"/>
                <a:gd name="connsiteY11" fmla="*/ 48577 h 47625"/>
                <a:gd name="connsiteX12" fmla="*/ 29527 w 47625"/>
                <a:gd name="connsiteY12" fmla="*/ 48577 h 47625"/>
                <a:gd name="connsiteX13" fmla="*/ 30480 w 47625"/>
                <a:gd name="connsiteY13" fmla="*/ 40957 h 47625"/>
                <a:gd name="connsiteX14" fmla="*/ 40958 w 47625"/>
                <a:gd name="connsiteY14" fmla="*/ 30480 h 47625"/>
                <a:gd name="connsiteX15" fmla="*/ 48577 w 47625"/>
                <a:gd name="connsiteY15" fmla="*/ 29527 h 47625"/>
                <a:gd name="connsiteX16" fmla="*/ 48577 w 47625"/>
                <a:gd name="connsiteY16" fmla="*/ 2190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48577" y="21907"/>
                  </a:moveTo>
                  <a:lnTo>
                    <a:pt x="40958" y="20955"/>
                  </a:lnTo>
                  <a:cubicBezTo>
                    <a:pt x="36195" y="20002"/>
                    <a:pt x="31433" y="16192"/>
                    <a:pt x="30480" y="10477"/>
                  </a:cubicBezTo>
                  <a:lnTo>
                    <a:pt x="29527" y="2857"/>
                  </a:lnTo>
                  <a:cubicBezTo>
                    <a:pt x="28575" y="-952"/>
                    <a:pt x="22860" y="-952"/>
                    <a:pt x="21908" y="2857"/>
                  </a:cubicBezTo>
                  <a:lnTo>
                    <a:pt x="20955" y="10477"/>
                  </a:lnTo>
                  <a:cubicBezTo>
                    <a:pt x="20002" y="15240"/>
                    <a:pt x="16192" y="20002"/>
                    <a:pt x="10477" y="20955"/>
                  </a:cubicBezTo>
                  <a:lnTo>
                    <a:pt x="2858" y="21907"/>
                  </a:lnTo>
                  <a:cubicBezTo>
                    <a:pt x="-953" y="22860"/>
                    <a:pt x="-953" y="28575"/>
                    <a:pt x="2858" y="29527"/>
                  </a:cubicBezTo>
                  <a:lnTo>
                    <a:pt x="10477" y="30480"/>
                  </a:lnTo>
                  <a:cubicBezTo>
                    <a:pt x="15240" y="31432"/>
                    <a:pt x="20002" y="35242"/>
                    <a:pt x="20955" y="40957"/>
                  </a:cubicBezTo>
                  <a:lnTo>
                    <a:pt x="21908" y="48577"/>
                  </a:lnTo>
                  <a:cubicBezTo>
                    <a:pt x="22860" y="52387"/>
                    <a:pt x="28575" y="52387"/>
                    <a:pt x="29527" y="48577"/>
                  </a:cubicBezTo>
                  <a:lnTo>
                    <a:pt x="30480" y="40957"/>
                  </a:lnTo>
                  <a:cubicBezTo>
                    <a:pt x="31433" y="36195"/>
                    <a:pt x="35242" y="31432"/>
                    <a:pt x="40958" y="30480"/>
                  </a:cubicBezTo>
                  <a:lnTo>
                    <a:pt x="48577" y="29527"/>
                  </a:lnTo>
                  <a:cubicBezTo>
                    <a:pt x="52387" y="28575"/>
                    <a:pt x="52387" y="22860"/>
                    <a:pt x="48577" y="219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8060961" y="4899648"/>
              <a:ext cx="69095" cy="69095"/>
            </a:xfrm>
            <a:custGeom>
              <a:avLst/>
              <a:gdLst>
                <a:gd name="connsiteX0" fmla="*/ 48578 w 47625"/>
                <a:gd name="connsiteY0" fmla="*/ 21907 h 47625"/>
                <a:gd name="connsiteX1" fmla="*/ 40958 w 47625"/>
                <a:gd name="connsiteY1" fmla="*/ 20955 h 47625"/>
                <a:gd name="connsiteX2" fmla="*/ 30480 w 47625"/>
                <a:gd name="connsiteY2" fmla="*/ 10477 h 47625"/>
                <a:gd name="connsiteX3" fmla="*/ 29528 w 47625"/>
                <a:gd name="connsiteY3" fmla="*/ 2857 h 47625"/>
                <a:gd name="connsiteX4" fmla="*/ 21908 w 47625"/>
                <a:gd name="connsiteY4" fmla="*/ 2857 h 47625"/>
                <a:gd name="connsiteX5" fmla="*/ 20955 w 47625"/>
                <a:gd name="connsiteY5" fmla="*/ 10477 h 47625"/>
                <a:gd name="connsiteX6" fmla="*/ 10478 w 47625"/>
                <a:gd name="connsiteY6" fmla="*/ 20955 h 47625"/>
                <a:gd name="connsiteX7" fmla="*/ 2858 w 47625"/>
                <a:gd name="connsiteY7" fmla="*/ 21907 h 47625"/>
                <a:gd name="connsiteX8" fmla="*/ 2858 w 47625"/>
                <a:gd name="connsiteY8" fmla="*/ 29527 h 47625"/>
                <a:gd name="connsiteX9" fmla="*/ 10478 w 47625"/>
                <a:gd name="connsiteY9" fmla="*/ 30480 h 47625"/>
                <a:gd name="connsiteX10" fmla="*/ 20955 w 47625"/>
                <a:gd name="connsiteY10" fmla="*/ 40957 h 47625"/>
                <a:gd name="connsiteX11" fmla="*/ 21908 w 47625"/>
                <a:gd name="connsiteY11" fmla="*/ 48577 h 47625"/>
                <a:gd name="connsiteX12" fmla="*/ 29528 w 47625"/>
                <a:gd name="connsiteY12" fmla="*/ 48577 h 47625"/>
                <a:gd name="connsiteX13" fmla="*/ 30480 w 47625"/>
                <a:gd name="connsiteY13" fmla="*/ 40957 h 47625"/>
                <a:gd name="connsiteX14" fmla="*/ 40958 w 47625"/>
                <a:gd name="connsiteY14" fmla="*/ 30480 h 47625"/>
                <a:gd name="connsiteX15" fmla="*/ 48578 w 47625"/>
                <a:gd name="connsiteY15" fmla="*/ 29527 h 47625"/>
                <a:gd name="connsiteX16" fmla="*/ 48578 w 47625"/>
                <a:gd name="connsiteY16" fmla="*/ 2190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48578" y="21907"/>
                  </a:moveTo>
                  <a:lnTo>
                    <a:pt x="40958" y="20955"/>
                  </a:lnTo>
                  <a:cubicBezTo>
                    <a:pt x="36195" y="20002"/>
                    <a:pt x="31433" y="16192"/>
                    <a:pt x="30480" y="10477"/>
                  </a:cubicBezTo>
                  <a:lnTo>
                    <a:pt x="29528" y="2857"/>
                  </a:lnTo>
                  <a:cubicBezTo>
                    <a:pt x="28575" y="-952"/>
                    <a:pt x="22860" y="-952"/>
                    <a:pt x="21908" y="2857"/>
                  </a:cubicBezTo>
                  <a:lnTo>
                    <a:pt x="20955" y="10477"/>
                  </a:lnTo>
                  <a:cubicBezTo>
                    <a:pt x="20003" y="15240"/>
                    <a:pt x="16193" y="20002"/>
                    <a:pt x="10478" y="20955"/>
                  </a:cubicBezTo>
                  <a:lnTo>
                    <a:pt x="2858" y="21907"/>
                  </a:lnTo>
                  <a:cubicBezTo>
                    <a:pt x="-953" y="22860"/>
                    <a:pt x="-953" y="28575"/>
                    <a:pt x="2858" y="29527"/>
                  </a:cubicBezTo>
                  <a:lnTo>
                    <a:pt x="10478" y="30480"/>
                  </a:lnTo>
                  <a:cubicBezTo>
                    <a:pt x="15240" y="31432"/>
                    <a:pt x="20003" y="35242"/>
                    <a:pt x="20955" y="40957"/>
                  </a:cubicBezTo>
                  <a:lnTo>
                    <a:pt x="21908" y="48577"/>
                  </a:lnTo>
                  <a:cubicBezTo>
                    <a:pt x="22860" y="52388"/>
                    <a:pt x="28575" y="52388"/>
                    <a:pt x="29528" y="48577"/>
                  </a:cubicBezTo>
                  <a:lnTo>
                    <a:pt x="30480" y="40957"/>
                  </a:lnTo>
                  <a:cubicBezTo>
                    <a:pt x="31433" y="36195"/>
                    <a:pt x="35243" y="31432"/>
                    <a:pt x="40958" y="30480"/>
                  </a:cubicBezTo>
                  <a:lnTo>
                    <a:pt x="48578" y="29527"/>
                  </a:lnTo>
                  <a:cubicBezTo>
                    <a:pt x="53340" y="28575"/>
                    <a:pt x="53340" y="21907"/>
                    <a:pt x="48578" y="219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7656331" y="2872769"/>
              <a:ext cx="1580265" cy="1581183"/>
              <a:chOff x="7656331" y="2872769"/>
              <a:chExt cx="1580265" cy="1581183"/>
            </a:xfrm>
            <a:effectLst>
              <a:glow rad="101600">
                <a:schemeClr val="accent2">
                  <a:lumMod val="60000"/>
                  <a:lumOff val="40000"/>
                  <a:alpha val="28000"/>
                </a:schemeClr>
              </a:glow>
            </a:effectLst>
          </p:grpSpPr>
          <p:sp>
            <p:nvSpPr>
              <p:cNvPr id="81" name="任意多边形: 形状 80"/>
              <p:cNvSpPr/>
              <p:nvPr/>
            </p:nvSpPr>
            <p:spPr>
              <a:xfrm>
                <a:off x="7656331" y="2872769"/>
                <a:ext cx="1580063" cy="1580063"/>
              </a:xfrm>
              <a:custGeom>
                <a:avLst/>
                <a:gdLst>
                  <a:gd name="connsiteX0" fmla="*/ 889635 w 885825"/>
                  <a:gd name="connsiteY0" fmla="*/ 444818 h 885825"/>
                  <a:gd name="connsiteX1" fmla="*/ 444818 w 885825"/>
                  <a:gd name="connsiteY1" fmla="*/ 889635 h 885825"/>
                  <a:gd name="connsiteX2" fmla="*/ 0 w 885825"/>
                  <a:gd name="connsiteY2" fmla="*/ 444818 h 885825"/>
                  <a:gd name="connsiteX3" fmla="*/ 444818 w 885825"/>
                  <a:gd name="connsiteY3" fmla="*/ 0 h 885825"/>
                  <a:gd name="connsiteX4" fmla="*/ 889635 w 885825"/>
                  <a:gd name="connsiteY4" fmla="*/ 444818 h 885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825" h="885825">
                    <a:moveTo>
                      <a:pt x="889635" y="444818"/>
                    </a:moveTo>
                    <a:cubicBezTo>
                      <a:pt x="889635" y="690483"/>
                      <a:pt x="690483" y="889635"/>
                      <a:pt x="444818" y="889635"/>
                    </a:cubicBezTo>
                    <a:cubicBezTo>
                      <a:pt x="199152" y="889635"/>
                      <a:pt x="0" y="690484"/>
                      <a:pt x="0" y="444818"/>
                    </a:cubicBezTo>
                    <a:cubicBezTo>
                      <a:pt x="0" y="199152"/>
                      <a:pt x="199152" y="0"/>
                      <a:pt x="444818" y="0"/>
                    </a:cubicBezTo>
                    <a:cubicBezTo>
                      <a:pt x="690483" y="0"/>
                      <a:pt x="889635" y="199152"/>
                      <a:pt x="889635" y="444818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EA972E"/>
                  </a:gs>
                  <a:gs pos="49000">
                    <a:srgbClr val="D9250F"/>
                  </a:gs>
                </a:gsLst>
                <a:lin ang="10800000" scaled="1"/>
                <a:tileRect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2" name="任意多边形: 形状 81"/>
              <p:cNvSpPr/>
              <p:nvPr/>
            </p:nvSpPr>
            <p:spPr>
              <a:xfrm>
                <a:off x="7656331" y="2872769"/>
                <a:ext cx="1580063" cy="1410164"/>
              </a:xfrm>
              <a:custGeom>
                <a:avLst/>
                <a:gdLst>
                  <a:gd name="connsiteX0" fmla="*/ 444818 w 885825"/>
                  <a:gd name="connsiteY0" fmla="*/ 0 h 790575"/>
                  <a:gd name="connsiteX1" fmla="*/ 344805 w 885825"/>
                  <a:gd name="connsiteY1" fmla="*/ 11430 h 790575"/>
                  <a:gd name="connsiteX2" fmla="*/ 293370 w 885825"/>
                  <a:gd name="connsiteY2" fmla="*/ 143827 h 790575"/>
                  <a:gd name="connsiteX3" fmla="*/ 378143 w 885825"/>
                  <a:gd name="connsiteY3" fmla="*/ 212408 h 790575"/>
                  <a:gd name="connsiteX4" fmla="*/ 481965 w 885825"/>
                  <a:gd name="connsiteY4" fmla="*/ 255270 h 790575"/>
                  <a:gd name="connsiteX5" fmla="*/ 506730 w 885825"/>
                  <a:gd name="connsiteY5" fmla="*/ 436245 h 790575"/>
                  <a:gd name="connsiteX6" fmla="*/ 299085 w 885825"/>
                  <a:gd name="connsiteY6" fmla="*/ 485775 h 790575"/>
                  <a:gd name="connsiteX7" fmla="*/ 80010 w 885825"/>
                  <a:gd name="connsiteY7" fmla="*/ 434340 h 790575"/>
                  <a:gd name="connsiteX8" fmla="*/ 0 w 885825"/>
                  <a:gd name="connsiteY8" fmla="*/ 452438 h 790575"/>
                  <a:gd name="connsiteX9" fmla="*/ 171450 w 885825"/>
                  <a:gd name="connsiteY9" fmla="*/ 796290 h 790575"/>
                  <a:gd name="connsiteX10" fmla="*/ 357188 w 885825"/>
                  <a:gd name="connsiteY10" fmla="*/ 746760 h 790575"/>
                  <a:gd name="connsiteX11" fmla="*/ 615315 w 885825"/>
                  <a:gd name="connsiteY11" fmla="*/ 671513 h 790575"/>
                  <a:gd name="connsiteX12" fmla="*/ 793433 w 885825"/>
                  <a:gd name="connsiteY12" fmla="*/ 721043 h 790575"/>
                  <a:gd name="connsiteX13" fmla="*/ 888683 w 885825"/>
                  <a:gd name="connsiteY13" fmla="*/ 446722 h 790575"/>
                  <a:gd name="connsiteX14" fmla="*/ 444818 w 885825"/>
                  <a:gd name="connsiteY14" fmla="*/ 0 h 790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85825" h="790575">
                    <a:moveTo>
                      <a:pt x="444818" y="0"/>
                    </a:moveTo>
                    <a:cubicBezTo>
                      <a:pt x="410528" y="0"/>
                      <a:pt x="376238" y="3810"/>
                      <a:pt x="344805" y="11430"/>
                    </a:cubicBezTo>
                    <a:cubicBezTo>
                      <a:pt x="306705" y="48577"/>
                      <a:pt x="276225" y="96202"/>
                      <a:pt x="293370" y="143827"/>
                    </a:cubicBezTo>
                    <a:cubicBezTo>
                      <a:pt x="306705" y="179070"/>
                      <a:pt x="342900" y="200025"/>
                      <a:pt x="378143" y="212408"/>
                    </a:cubicBezTo>
                    <a:cubicBezTo>
                      <a:pt x="413385" y="224790"/>
                      <a:pt x="451485" y="232410"/>
                      <a:pt x="481965" y="255270"/>
                    </a:cubicBezTo>
                    <a:cubicBezTo>
                      <a:pt x="536258" y="295275"/>
                      <a:pt x="548640" y="382905"/>
                      <a:pt x="506730" y="436245"/>
                    </a:cubicBezTo>
                    <a:cubicBezTo>
                      <a:pt x="460058" y="495300"/>
                      <a:pt x="372428" y="501967"/>
                      <a:pt x="299085" y="485775"/>
                    </a:cubicBezTo>
                    <a:cubicBezTo>
                      <a:pt x="225743" y="469583"/>
                      <a:pt x="155258" y="437197"/>
                      <a:pt x="80010" y="434340"/>
                    </a:cubicBezTo>
                    <a:cubicBezTo>
                      <a:pt x="52388" y="433388"/>
                      <a:pt x="22860" y="438150"/>
                      <a:pt x="0" y="452438"/>
                    </a:cubicBezTo>
                    <a:cubicBezTo>
                      <a:pt x="1905" y="592455"/>
                      <a:pt x="68580" y="716280"/>
                      <a:pt x="171450" y="796290"/>
                    </a:cubicBezTo>
                    <a:cubicBezTo>
                      <a:pt x="234315" y="795337"/>
                      <a:pt x="299085" y="772477"/>
                      <a:pt x="357188" y="746760"/>
                    </a:cubicBezTo>
                    <a:cubicBezTo>
                      <a:pt x="440055" y="710565"/>
                      <a:pt x="524828" y="667702"/>
                      <a:pt x="615315" y="671513"/>
                    </a:cubicBezTo>
                    <a:cubicBezTo>
                      <a:pt x="676275" y="674370"/>
                      <a:pt x="735330" y="697230"/>
                      <a:pt x="793433" y="721043"/>
                    </a:cubicBezTo>
                    <a:cubicBezTo>
                      <a:pt x="852488" y="645795"/>
                      <a:pt x="888683" y="550545"/>
                      <a:pt x="888683" y="446722"/>
                    </a:cubicBezTo>
                    <a:cubicBezTo>
                      <a:pt x="889635" y="199072"/>
                      <a:pt x="690563" y="0"/>
                      <a:pt x="444818" y="0"/>
                    </a:cubicBezTo>
                    <a:close/>
                  </a:path>
                </a:pathLst>
              </a:custGeom>
              <a:gradFill>
                <a:gsLst>
                  <a:gs pos="79000">
                    <a:srgbClr val="E87F6F"/>
                  </a:gs>
                  <a:gs pos="13000">
                    <a:srgbClr val="D9250F"/>
                  </a:gs>
                </a:gsLst>
                <a:lin ang="108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3" name="任意多边形: 形状 82"/>
              <p:cNvSpPr/>
              <p:nvPr/>
            </p:nvSpPr>
            <p:spPr>
              <a:xfrm>
                <a:off x="8658938" y="2923739"/>
                <a:ext cx="577658" cy="1002405"/>
              </a:xfrm>
              <a:custGeom>
                <a:avLst/>
                <a:gdLst>
                  <a:gd name="connsiteX0" fmla="*/ 37987 w 323850"/>
                  <a:gd name="connsiteY0" fmla="*/ 0 h 561975"/>
                  <a:gd name="connsiteX1" fmla="*/ 4649 w 323850"/>
                  <a:gd name="connsiteY1" fmla="*/ 44767 h 561975"/>
                  <a:gd name="connsiteX2" fmla="*/ 17032 w 323850"/>
                  <a:gd name="connsiteY2" fmla="*/ 140017 h 561975"/>
                  <a:gd name="connsiteX3" fmla="*/ 64657 w 323850"/>
                  <a:gd name="connsiteY3" fmla="*/ 226695 h 561975"/>
                  <a:gd name="connsiteX4" fmla="*/ 75134 w 323850"/>
                  <a:gd name="connsiteY4" fmla="*/ 375285 h 561975"/>
                  <a:gd name="connsiteX5" fmla="*/ 45607 w 323850"/>
                  <a:gd name="connsiteY5" fmla="*/ 462915 h 561975"/>
                  <a:gd name="connsiteX6" fmla="*/ 64657 w 323850"/>
                  <a:gd name="connsiteY6" fmla="*/ 548640 h 561975"/>
                  <a:gd name="connsiteX7" fmla="*/ 166574 w 323850"/>
                  <a:gd name="connsiteY7" fmla="*/ 559118 h 561975"/>
                  <a:gd name="connsiteX8" fmla="*/ 270397 w 323850"/>
                  <a:gd name="connsiteY8" fmla="*/ 534352 h 561975"/>
                  <a:gd name="connsiteX9" fmla="*/ 309449 w 323850"/>
                  <a:gd name="connsiteY9" fmla="*/ 543877 h 561975"/>
                  <a:gd name="connsiteX10" fmla="*/ 328499 w 323850"/>
                  <a:gd name="connsiteY10" fmla="*/ 416242 h 561975"/>
                  <a:gd name="connsiteX11" fmla="*/ 37987 w 323850"/>
                  <a:gd name="connsiteY11" fmla="*/ 0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3850" h="561975">
                    <a:moveTo>
                      <a:pt x="37987" y="0"/>
                    </a:moveTo>
                    <a:cubicBezTo>
                      <a:pt x="22747" y="11430"/>
                      <a:pt x="10364" y="26670"/>
                      <a:pt x="4649" y="44767"/>
                    </a:cubicBezTo>
                    <a:cubicBezTo>
                      <a:pt x="-5828" y="76200"/>
                      <a:pt x="2744" y="110490"/>
                      <a:pt x="17032" y="140017"/>
                    </a:cubicBezTo>
                    <a:cubicBezTo>
                      <a:pt x="31319" y="169545"/>
                      <a:pt x="51322" y="196215"/>
                      <a:pt x="64657" y="226695"/>
                    </a:cubicBezTo>
                    <a:cubicBezTo>
                      <a:pt x="84659" y="273367"/>
                      <a:pt x="88469" y="326708"/>
                      <a:pt x="75134" y="375285"/>
                    </a:cubicBezTo>
                    <a:cubicBezTo>
                      <a:pt x="66562" y="404813"/>
                      <a:pt x="52274" y="432435"/>
                      <a:pt x="45607" y="462915"/>
                    </a:cubicBezTo>
                    <a:cubicBezTo>
                      <a:pt x="38939" y="493395"/>
                      <a:pt x="42749" y="527685"/>
                      <a:pt x="64657" y="548640"/>
                    </a:cubicBezTo>
                    <a:cubicBezTo>
                      <a:pt x="90374" y="573405"/>
                      <a:pt x="132284" y="569595"/>
                      <a:pt x="166574" y="559118"/>
                    </a:cubicBezTo>
                    <a:cubicBezTo>
                      <a:pt x="200864" y="548640"/>
                      <a:pt x="234202" y="532447"/>
                      <a:pt x="270397" y="534352"/>
                    </a:cubicBezTo>
                    <a:cubicBezTo>
                      <a:pt x="283732" y="535305"/>
                      <a:pt x="297067" y="539115"/>
                      <a:pt x="309449" y="543877"/>
                    </a:cubicBezTo>
                    <a:cubicBezTo>
                      <a:pt x="321832" y="503872"/>
                      <a:pt x="328499" y="461010"/>
                      <a:pt x="328499" y="416242"/>
                    </a:cubicBezTo>
                    <a:cubicBezTo>
                      <a:pt x="327547" y="225742"/>
                      <a:pt x="206579" y="62865"/>
                      <a:pt x="37987" y="0"/>
                    </a:cubicBezTo>
                    <a:close/>
                  </a:path>
                </a:pathLst>
              </a:custGeom>
              <a:gradFill>
                <a:gsLst>
                  <a:gs pos="79000">
                    <a:srgbClr val="E87F6F"/>
                  </a:gs>
                  <a:gs pos="13000">
                    <a:srgbClr val="D9250F"/>
                  </a:gs>
                </a:gsLst>
                <a:lin ang="108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4" name="任意多边形: 形状 83"/>
              <p:cNvSpPr/>
              <p:nvPr/>
            </p:nvSpPr>
            <p:spPr>
              <a:xfrm>
                <a:off x="7666525" y="3775563"/>
                <a:ext cx="526688" cy="458728"/>
              </a:xfrm>
              <a:custGeom>
                <a:avLst/>
                <a:gdLst>
                  <a:gd name="connsiteX0" fmla="*/ 276225 w 295275"/>
                  <a:gd name="connsiteY0" fmla="*/ 98707 h 257175"/>
                  <a:gd name="connsiteX1" fmla="*/ 276225 w 295275"/>
                  <a:gd name="connsiteY1" fmla="*/ 98707 h 257175"/>
                  <a:gd name="connsiteX2" fmla="*/ 200025 w 295275"/>
                  <a:gd name="connsiteY2" fmla="*/ 78705 h 257175"/>
                  <a:gd name="connsiteX3" fmla="*/ 80963 w 295275"/>
                  <a:gd name="connsiteY3" fmla="*/ 17745 h 257175"/>
                  <a:gd name="connsiteX4" fmla="*/ 0 w 295275"/>
                  <a:gd name="connsiteY4" fmla="*/ 600 h 257175"/>
                  <a:gd name="connsiteX5" fmla="*/ 138113 w 295275"/>
                  <a:gd name="connsiteY5" fmla="*/ 266347 h 257175"/>
                  <a:gd name="connsiteX6" fmla="*/ 155258 w 295275"/>
                  <a:gd name="connsiteY6" fmla="*/ 236820 h 257175"/>
                  <a:gd name="connsiteX7" fmla="*/ 200025 w 295275"/>
                  <a:gd name="connsiteY7" fmla="*/ 209197 h 257175"/>
                  <a:gd name="connsiteX8" fmla="*/ 274320 w 295275"/>
                  <a:gd name="connsiteY8" fmla="*/ 177765 h 257175"/>
                  <a:gd name="connsiteX9" fmla="*/ 276225 w 295275"/>
                  <a:gd name="connsiteY9" fmla="*/ 98707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5275" h="257175">
                    <a:moveTo>
                      <a:pt x="276225" y="98707"/>
                    </a:moveTo>
                    <a:cubicBezTo>
                      <a:pt x="275273" y="98707"/>
                      <a:pt x="275273" y="98707"/>
                      <a:pt x="276225" y="98707"/>
                    </a:cubicBezTo>
                    <a:cubicBezTo>
                      <a:pt x="251460" y="87277"/>
                      <a:pt x="224790" y="86325"/>
                      <a:pt x="200025" y="78705"/>
                    </a:cubicBezTo>
                    <a:cubicBezTo>
                      <a:pt x="157163" y="66322"/>
                      <a:pt x="120968" y="36795"/>
                      <a:pt x="80963" y="17745"/>
                    </a:cubicBezTo>
                    <a:cubicBezTo>
                      <a:pt x="56198" y="5362"/>
                      <a:pt x="26670" y="-2258"/>
                      <a:pt x="0" y="600"/>
                    </a:cubicBezTo>
                    <a:cubicBezTo>
                      <a:pt x="14287" y="105375"/>
                      <a:pt x="64770" y="197767"/>
                      <a:pt x="138113" y="266347"/>
                    </a:cubicBezTo>
                    <a:cubicBezTo>
                      <a:pt x="141923" y="254917"/>
                      <a:pt x="147638" y="245392"/>
                      <a:pt x="155258" y="236820"/>
                    </a:cubicBezTo>
                    <a:cubicBezTo>
                      <a:pt x="167640" y="223485"/>
                      <a:pt x="183833" y="216817"/>
                      <a:pt x="200025" y="209197"/>
                    </a:cubicBezTo>
                    <a:cubicBezTo>
                      <a:pt x="224790" y="198720"/>
                      <a:pt x="249555" y="188242"/>
                      <a:pt x="274320" y="177765"/>
                    </a:cubicBezTo>
                    <a:cubicBezTo>
                      <a:pt x="306705" y="162525"/>
                      <a:pt x="308610" y="113947"/>
                      <a:pt x="276225" y="98707"/>
                    </a:cubicBezTo>
                    <a:close/>
                  </a:path>
                </a:pathLst>
              </a:custGeom>
              <a:gradFill flip="none" rotWithShape="1">
                <a:gsLst>
                  <a:gs pos="82000">
                    <a:srgbClr val="F2BF82">
                      <a:alpha val="50000"/>
                    </a:srgbClr>
                  </a:gs>
                  <a:gs pos="0">
                    <a:srgbClr val="EA972E"/>
                  </a:gs>
                </a:gsLst>
                <a:lin ang="18900000" scaled="1"/>
                <a:tileRect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5" name="任意多边形: 形状 84"/>
              <p:cNvSpPr/>
              <p:nvPr/>
            </p:nvSpPr>
            <p:spPr>
              <a:xfrm>
                <a:off x="7680117" y="2984901"/>
                <a:ext cx="356789" cy="509698"/>
              </a:xfrm>
              <a:custGeom>
                <a:avLst/>
                <a:gdLst>
                  <a:gd name="connsiteX0" fmla="*/ 0 w 200025"/>
                  <a:gd name="connsiteY0" fmla="*/ 272415 h 285750"/>
                  <a:gd name="connsiteX1" fmla="*/ 46673 w 200025"/>
                  <a:gd name="connsiteY1" fmla="*/ 282893 h 285750"/>
                  <a:gd name="connsiteX2" fmla="*/ 120015 w 200025"/>
                  <a:gd name="connsiteY2" fmla="*/ 274320 h 285750"/>
                  <a:gd name="connsiteX3" fmla="*/ 160020 w 200025"/>
                  <a:gd name="connsiteY3" fmla="*/ 164783 h 285750"/>
                  <a:gd name="connsiteX4" fmla="*/ 189548 w 200025"/>
                  <a:gd name="connsiteY4" fmla="*/ 27623 h 285750"/>
                  <a:gd name="connsiteX5" fmla="*/ 202883 w 200025"/>
                  <a:gd name="connsiteY5" fmla="*/ 0 h 285750"/>
                  <a:gd name="connsiteX6" fmla="*/ 0 w 200025"/>
                  <a:gd name="connsiteY6" fmla="*/ 272415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0025" h="285750">
                    <a:moveTo>
                      <a:pt x="0" y="272415"/>
                    </a:moveTo>
                    <a:cubicBezTo>
                      <a:pt x="15240" y="275273"/>
                      <a:pt x="30480" y="280035"/>
                      <a:pt x="46673" y="282893"/>
                    </a:cubicBezTo>
                    <a:cubicBezTo>
                      <a:pt x="71438" y="287655"/>
                      <a:pt x="99060" y="288608"/>
                      <a:pt x="120015" y="274320"/>
                    </a:cubicBezTo>
                    <a:cubicBezTo>
                      <a:pt x="154305" y="252413"/>
                      <a:pt x="157163" y="204788"/>
                      <a:pt x="160020" y="164783"/>
                    </a:cubicBezTo>
                    <a:cubicBezTo>
                      <a:pt x="163830" y="118110"/>
                      <a:pt x="171450" y="70485"/>
                      <a:pt x="189548" y="27623"/>
                    </a:cubicBezTo>
                    <a:cubicBezTo>
                      <a:pt x="193358" y="18098"/>
                      <a:pt x="198120" y="8573"/>
                      <a:pt x="202883" y="0"/>
                    </a:cubicBezTo>
                    <a:cubicBezTo>
                      <a:pt x="103823" y="60008"/>
                      <a:pt x="29528" y="157163"/>
                      <a:pt x="0" y="272415"/>
                    </a:cubicBezTo>
                    <a:close/>
                  </a:path>
                </a:pathLst>
              </a:custGeom>
              <a:gradFill flip="none" rotWithShape="1">
                <a:gsLst>
                  <a:gs pos="71000">
                    <a:srgbClr val="DA640C"/>
                  </a:gs>
                  <a:gs pos="0">
                    <a:srgbClr val="F2BF82"/>
                  </a:gs>
                </a:gsLst>
                <a:lin ang="13500000" scaled="1"/>
                <a:tileRect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6" name="任意多边形: 形状 85"/>
              <p:cNvSpPr/>
              <p:nvPr/>
            </p:nvSpPr>
            <p:spPr>
              <a:xfrm>
                <a:off x="8408984" y="4250073"/>
                <a:ext cx="526688" cy="203879"/>
              </a:xfrm>
              <a:custGeom>
                <a:avLst/>
                <a:gdLst>
                  <a:gd name="connsiteX0" fmla="*/ 0 w 295275"/>
                  <a:gd name="connsiteY0" fmla="*/ 117481 h 114300"/>
                  <a:gd name="connsiteX1" fmla="*/ 22860 w 295275"/>
                  <a:gd name="connsiteY1" fmla="*/ 118433 h 114300"/>
                  <a:gd name="connsiteX2" fmla="*/ 301943 w 295275"/>
                  <a:gd name="connsiteY2" fmla="*/ 20326 h 114300"/>
                  <a:gd name="connsiteX3" fmla="*/ 139065 w 295275"/>
                  <a:gd name="connsiteY3" fmla="*/ 10801 h 114300"/>
                  <a:gd name="connsiteX4" fmla="*/ 18098 w 295275"/>
                  <a:gd name="connsiteY4" fmla="*/ 103194 h 114300"/>
                  <a:gd name="connsiteX5" fmla="*/ 0 w 295275"/>
                  <a:gd name="connsiteY5" fmla="*/ 117481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5275" h="114300">
                    <a:moveTo>
                      <a:pt x="0" y="117481"/>
                    </a:moveTo>
                    <a:cubicBezTo>
                      <a:pt x="7620" y="117481"/>
                      <a:pt x="15240" y="118433"/>
                      <a:pt x="22860" y="118433"/>
                    </a:cubicBezTo>
                    <a:cubicBezTo>
                      <a:pt x="128588" y="118433"/>
                      <a:pt x="225743" y="81286"/>
                      <a:pt x="301943" y="20326"/>
                    </a:cubicBezTo>
                    <a:cubicBezTo>
                      <a:pt x="249555" y="1276"/>
                      <a:pt x="191453" y="-9202"/>
                      <a:pt x="139065" y="10801"/>
                    </a:cubicBezTo>
                    <a:cubicBezTo>
                      <a:pt x="91440" y="28898"/>
                      <a:pt x="56198" y="68904"/>
                      <a:pt x="18098" y="103194"/>
                    </a:cubicBezTo>
                    <a:cubicBezTo>
                      <a:pt x="12382" y="107004"/>
                      <a:pt x="5715" y="112719"/>
                      <a:pt x="0" y="117481"/>
                    </a:cubicBezTo>
                    <a:close/>
                  </a:path>
                </a:pathLst>
              </a:custGeom>
              <a:gradFill flip="none" rotWithShape="1">
                <a:gsLst>
                  <a:gs pos="78000">
                    <a:srgbClr val="E87F6F"/>
                  </a:gs>
                  <a:gs pos="13000">
                    <a:srgbClr val="D9250F"/>
                  </a:gs>
                </a:gsLst>
                <a:lin ang="13500000" scaled="1"/>
                <a:tileRect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10971579" y="604631"/>
              <a:ext cx="826956" cy="828273"/>
              <a:chOff x="10971579" y="604631"/>
              <a:chExt cx="826956" cy="828273"/>
            </a:xfrm>
            <a:effectLst>
              <a:glow rad="101600">
                <a:schemeClr val="accent2">
                  <a:lumMod val="60000"/>
                  <a:lumOff val="40000"/>
                  <a:alpha val="28000"/>
                </a:schemeClr>
              </a:glow>
            </a:effectLst>
          </p:grpSpPr>
          <p:sp>
            <p:nvSpPr>
              <p:cNvPr id="79" name="任意多边形: 形状 78"/>
              <p:cNvSpPr/>
              <p:nvPr/>
            </p:nvSpPr>
            <p:spPr>
              <a:xfrm>
                <a:off x="10971579" y="604631"/>
                <a:ext cx="817723" cy="817723"/>
              </a:xfrm>
              <a:custGeom>
                <a:avLst/>
                <a:gdLst>
                  <a:gd name="connsiteX0" fmla="*/ 598170 w 590550"/>
                  <a:gd name="connsiteY0" fmla="*/ 299085 h 590550"/>
                  <a:gd name="connsiteX1" fmla="*/ 299085 w 590550"/>
                  <a:gd name="connsiteY1" fmla="*/ 598170 h 590550"/>
                  <a:gd name="connsiteX2" fmla="*/ 0 w 590550"/>
                  <a:gd name="connsiteY2" fmla="*/ 299085 h 590550"/>
                  <a:gd name="connsiteX3" fmla="*/ 299085 w 590550"/>
                  <a:gd name="connsiteY3" fmla="*/ 0 h 590550"/>
                  <a:gd name="connsiteX4" fmla="*/ 598170 w 590550"/>
                  <a:gd name="connsiteY4" fmla="*/ 299085 h 590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0550" h="590550">
                    <a:moveTo>
                      <a:pt x="598170" y="299085"/>
                    </a:moveTo>
                    <a:cubicBezTo>
                      <a:pt x="598170" y="464265"/>
                      <a:pt x="464265" y="598170"/>
                      <a:pt x="299085" y="598170"/>
                    </a:cubicBezTo>
                    <a:cubicBezTo>
                      <a:pt x="133905" y="598170"/>
                      <a:pt x="0" y="464265"/>
                      <a:pt x="0" y="299085"/>
                    </a:cubicBezTo>
                    <a:cubicBezTo>
                      <a:pt x="0" y="133905"/>
                      <a:pt x="133905" y="0"/>
                      <a:pt x="299085" y="0"/>
                    </a:cubicBezTo>
                    <a:cubicBezTo>
                      <a:pt x="464265" y="0"/>
                      <a:pt x="598170" y="133905"/>
                      <a:pt x="598170" y="299085"/>
                    </a:cubicBezTo>
                    <a:close/>
                  </a:path>
                </a:pathLst>
              </a:custGeom>
              <a:gradFill flip="none" rotWithShape="1">
                <a:gsLst>
                  <a:gs pos="88000">
                    <a:schemeClr val="accent6"/>
                  </a:gs>
                  <a:gs pos="24000">
                    <a:schemeClr val="accent2"/>
                  </a:gs>
                </a:gsLst>
                <a:lin ang="18900000" scaled="1"/>
                <a:tileRect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0" name="任意多边形: 形状 79"/>
              <p:cNvSpPr/>
              <p:nvPr/>
            </p:nvSpPr>
            <p:spPr>
              <a:xfrm>
                <a:off x="10971579" y="665300"/>
                <a:ext cx="826956" cy="767604"/>
              </a:xfrm>
              <a:custGeom>
                <a:avLst/>
                <a:gdLst>
                  <a:gd name="connsiteX0" fmla="*/ 156949 w 826956"/>
                  <a:gd name="connsiteY0" fmla="*/ 679237 h 767604"/>
                  <a:gd name="connsiteX1" fmla="*/ 648902 w 826956"/>
                  <a:gd name="connsiteY1" fmla="*/ 693746 h 767604"/>
                  <a:gd name="connsiteX2" fmla="*/ 412817 w 826956"/>
                  <a:gd name="connsiteY2" fmla="*/ 767604 h 767604"/>
                  <a:gd name="connsiteX3" fmla="*/ 156949 w 826956"/>
                  <a:gd name="connsiteY3" fmla="*/ 679237 h 767604"/>
                  <a:gd name="connsiteX4" fmla="*/ 52756 w 826956"/>
                  <a:gd name="connsiteY4" fmla="*/ 555261 h 767604"/>
                  <a:gd name="connsiteX5" fmla="*/ 772879 w 826956"/>
                  <a:gd name="connsiteY5" fmla="*/ 560537 h 767604"/>
                  <a:gd name="connsiteX6" fmla="*/ 742545 w 826956"/>
                  <a:gd name="connsiteY6" fmla="*/ 605379 h 767604"/>
                  <a:gd name="connsiteX7" fmla="*/ 85729 w 826956"/>
                  <a:gd name="connsiteY7" fmla="*/ 605379 h 767604"/>
                  <a:gd name="connsiteX8" fmla="*/ 52756 w 826956"/>
                  <a:gd name="connsiteY8" fmla="*/ 555261 h 767604"/>
                  <a:gd name="connsiteX9" fmla="*/ 826955 w 826956"/>
                  <a:gd name="connsiteY9" fmla="*/ 365337 h 767604"/>
                  <a:gd name="connsiteX10" fmla="*/ 803214 w 826956"/>
                  <a:gd name="connsiteY10" fmla="*/ 493272 h 767604"/>
                  <a:gd name="connsiteX11" fmla="*/ 11869 w 826956"/>
                  <a:gd name="connsiteY11" fmla="*/ 455023 h 767604"/>
                  <a:gd name="connsiteX12" fmla="*/ 3956 w 826956"/>
                  <a:gd name="connsiteY12" fmla="*/ 416775 h 767604"/>
                  <a:gd name="connsiteX13" fmla="*/ 6595 w 826956"/>
                  <a:gd name="connsiteY13" fmla="*/ 280926 h 767604"/>
                  <a:gd name="connsiteX14" fmla="*/ 6595 w 826956"/>
                  <a:gd name="connsiteY14" fmla="*/ 282246 h 767604"/>
                  <a:gd name="connsiteX15" fmla="*/ 820361 w 826956"/>
                  <a:gd name="connsiteY15" fmla="*/ 282246 h 767604"/>
                  <a:gd name="connsiteX16" fmla="*/ 826956 w 826956"/>
                  <a:gd name="connsiteY16" fmla="*/ 333682 h 767604"/>
                  <a:gd name="connsiteX17" fmla="*/ 0 w 826956"/>
                  <a:gd name="connsiteY17" fmla="*/ 350828 h 767604"/>
                  <a:gd name="connsiteX18" fmla="*/ 6595 w 826956"/>
                  <a:gd name="connsiteY18" fmla="*/ 280926 h 767604"/>
                  <a:gd name="connsiteX19" fmla="*/ 778156 w 826956"/>
                  <a:gd name="connsiteY19" fmla="*/ 155631 h 767604"/>
                  <a:gd name="connsiteX20" fmla="*/ 804534 w 826956"/>
                  <a:gd name="connsiteY20" fmla="*/ 214982 h 767604"/>
                  <a:gd name="connsiteX21" fmla="*/ 23740 w 826956"/>
                  <a:gd name="connsiteY21" fmla="*/ 214982 h 767604"/>
                  <a:gd name="connsiteX22" fmla="*/ 27696 w 826956"/>
                  <a:gd name="connsiteY22" fmla="*/ 205749 h 767604"/>
                  <a:gd name="connsiteX23" fmla="*/ 627799 w 826956"/>
                  <a:gd name="connsiteY23" fmla="*/ 0 h 767604"/>
                  <a:gd name="connsiteX24" fmla="*/ 718804 w 826956"/>
                  <a:gd name="connsiteY24" fmla="*/ 75178 h 767604"/>
                  <a:gd name="connsiteX25" fmla="*/ 47479 w 826956"/>
                  <a:gd name="connsiteY25" fmla="*/ 158269 h 767604"/>
                  <a:gd name="connsiteX26" fmla="*/ 137165 w 826956"/>
                  <a:gd name="connsiteY26" fmla="*/ 44843 h 767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826956" h="767604">
                    <a:moveTo>
                      <a:pt x="156949" y="679237"/>
                    </a:moveTo>
                    <a:lnTo>
                      <a:pt x="648902" y="693746"/>
                    </a:lnTo>
                    <a:cubicBezTo>
                      <a:pt x="581637" y="739906"/>
                      <a:pt x="501185" y="767604"/>
                      <a:pt x="412817" y="767604"/>
                    </a:cubicBezTo>
                    <a:cubicBezTo>
                      <a:pt x="316538" y="767604"/>
                      <a:pt x="226852" y="734631"/>
                      <a:pt x="156949" y="679237"/>
                    </a:cubicBezTo>
                    <a:close/>
                    <a:moveTo>
                      <a:pt x="52756" y="555261"/>
                    </a:moveTo>
                    <a:lnTo>
                      <a:pt x="772879" y="560537"/>
                    </a:lnTo>
                    <a:cubicBezTo>
                      <a:pt x="763648" y="576363"/>
                      <a:pt x="753095" y="590872"/>
                      <a:pt x="742545" y="605379"/>
                    </a:cubicBezTo>
                    <a:lnTo>
                      <a:pt x="85729" y="605379"/>
                    </a:lnTo>
                    <a:cubicBezTo>
                      <a:pt x="72540" y="589552"/>
                      <a:pt x="61988" y="573726"/>
                      <a:pt x="52756" y="555261"/>
                    </a:cubicBezTo>
                    <a:close/>
                    <a:moveTo>
                      <a:pt x="826955" y="365337"/>
                    </a:moveTo>
                    <a:cubicBezTo>
                      <a:pt x="825635" y="410180"/>
                      <a:pt x="817722" y="452385"/>
                      <a:pt x="803214" y="493272"/>
                    </a:cubicBezTo>
                    <a:lnTo>
                      <a:pt x="11869" y="455023"/>
                    </a:lnTo>
                    <a:cubicBezTo>
                      <a:pt x="9232" y="443153"/>
                      <a:pt x="6594" y="429964"/>
                      <a:pt x="3956" y="416775"/>
                    </a:cubicBezTo>
                    <a:close/>
                    <a:moveTo>
                      <a:pt x="6595" y="280926"/>
                    </a:moveTo>
                    <a:lnTo>
                      <a:pt x="6595" y="282246"/>
                    </a:lnTo>
                    <a:lnTo>
                      <a:pt x="820361" y="282246"/>
                    </a:lnTo>
                    <a:cubicBezTo>
                      <a:pt x="824317" y="298072"/>
                      <a:pt x="825636" y="316537"/>
                      <a:pt x="826956" y="333682"/>
                    </a:cubicBezTo>
                    <a:lnTo>
                      <a:pt x="0" y="350828"/>
                    </a:lnTo>
                    <a:cubicBezTo>
                      <a:pt x="0" y="327088"/>
                      <a:pt x="2638" y="303348"/>
                      <a:pt x="6595" y="280926"/>
                    </a:cubicBezTo>
                    <a:close/>
                    <a:moveTo>
                      <a:pt x="778156" y="155631"/>
                    </a:moveTo>
                    <a:cubicBezTo>
                      <a:pt x="788707" y="174096"/>
                      <a:pt x="796620" y="193878"/>
                      <a:pt x="804534" y="214982"/>
                    </a:cubicBezTo>
                    <a:lnTo>
                      <a:pt x="23740" y="214982"/>
                    </a:lnTo>
                    <a:cubicBezTo>
                      <a:pt x="23740" y="212344"/>
                      <a:pt x="25058" y="208387"/>
                      <a:pt x="27696" y="205749"/>
                    </a:cubicBezTo>
                    <a:close/>
                    <a:moveTo>
                      <a:pt x="627799" y="0"/>
                    </a:moveTo>
                    <a:cubicBezTo>
                      <a:pt x="662090" y="21103"/>
                      <a:pt x="692426" y="46162"/>
                      <a:pt x="718804" y="75178"/>
                    </a:cubicBezTo>
                    <a:lnTo>
                      <a:pt x="47479" y="158269"/>
                    </a:lnTo>
                    <a:cubicBezTo>
                      <a:pt x="71219" y="114746"/>
                      <a:pt x="101555" y="76497"/>
                      <a:pt x="137165" y="44843"/>
                    </a:cubicBezTo>
                    <a:close/>
                  </a:path>
                </a:pathLst>
              </a:custGeom>
              <a:gradFill flip="none" rotWithShape="1">
                <a:gsLst>
                  <a:gs pos="85000">
                    <a:schemeClr val="accent2">
                      <a:lumMod val="60000"/>
                      <a:lumOff val="40000"/>
                      <a:alpha val="20000"/>
                    </a:schemeClr>
                  </a:gs>
                  <a:gs pos="24000">
                    <a:schemeClr val="accent6">
                      <a:lumMod val="20000"/>
                      <a:lumOff val="80000"/>
                      <a:alpha val="50000"/>
                    </a:schemeClr>
                  </a:gs>
                </a:gsLst>
                <a:lin ang="8100000" scaled="1"/>
                <a:tileRect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9439010" y="1959009"/>
              <a:ext cx="1541139" cy="3737449"/>
              <a:chOff x="9439010" y="1959009"/>
              <a:chExt cx="1541139" cy="3737449"/>
            </a:xfrm>
            <a:effectLst/>
          </p:grpSpPr>
          <p:sp>
            <p:nvSpPr>
              <p:cNvPr id="60" name="任意多边形: 形状 59"/>
              <p:cNvSpPr/>
              <p:nvPr/>
            </p:nvSpPr>
            <p:spPr>
              <a:xfrm rot="21376662">
                <a:off x="9439010" y="2346224"/>
                <a:ext cx="1541139" cy="3350234"/>
              </a:xfrm>
              <a:custGeom>
                <a:avLst/>
                <a:gdLst>
                  <a:gd name="connsiteX0" fmla="*/ 1419022 w 1861619"/>
                  <a:gd name="connsiteY0" fmla="*/ 0 h 5008250"/>
                  <a:gd name="connsiteX1" fmla="*/ 1428907 w 1861619"/>
                  <a:gd name="connsiteY1" fmla="*/ 9885 h 5008250"/>
                  <a:gd name="connsiteX2" fmla="*/ 1437144 w 1861619"/>
                  <a:gd name="connsiteY2" fmla="*/ 19769 h 5008250"/>
                  <a:gd name="connsiteX3" fmla="*/ 1453619 w 1861619"/>
                  <a:gd name="connsiteY3" fmla="*/ 37891 h 5008250"/>
                  <a:gd name="connsiteX4" fmla="*/ 1484920 w 1861619"/>
                  <a:gd name="connsiteY4" fmla="*/ 75783 h 5008250"/>
                  <a:gd name="connsiteX5" fmla="*/ 1544229 w 1861619"/>
                  <a:gd name="connsiteY5" fmla="*/ 151565 h 5008250"/>
                  <a:gd name="connsiteX6" fmla="*/ 1649666 w 1861619"/>
                  <a:gd name="connsiteY6" fmla="*/ 311368 h 5008250"/>
                  <a:gd name="connsiteX7" fmla="*/ 1738628 w 1861619"/>
                  <a:gd name="connsiteY7" fmla="*/ 481056 h 5008250"/>
                  <a:gd name="connsiteX8" fmla="*/ 1809468 w 1861619"/>
                  <a:gd name="connsiteY8" fmla="*/ 660628 h 5008250"/>
                  <a:gd name="connsiteX9" fmla="*/ 1873719 w 1861619"/>
                  <a:gd name="connsiteY9" fmla="*/ 1046131 h 5008250"/>
                  <a:gd name="connsiteX10" fmla="*/ 1799584 w 1861619"/>
                  <a:gd name="connsiteY10" fmla="*/ 1433282 h 5008250"/>
                  <a:gd name="connsiteX11" fmla="*/ 1596947 w 1861619"/>
                  <a:gd name="connsiteY11" fmla="*/ 1762772 h 5008250"/>
                  <a:gd name="connsiteX12" fmla="*/ 1532697 w 1861619"/>
                  <a:gd name="connsiteY12" fmla="*/ 1833613 h 5008250"/>
                  <a:gd name="connsiteX13" fmla="*/ 1463504 w 1861619"/>
                  <a:gd name="connsiteY13" fmla="*/ 1899511 h 5008250"/>
                  <a:gd name="connsiteX14" fmla="*/ 1427260 w 1861619"/>
                  <a:gd name="connsiteY14" fmla="*/ 1930812 h 5008250"/>
                  <a:gd name="connsiteX15" fmla="*/ 1391016 w 1861619"/>
                  <a:gd name="connsiteY15" fmla="*/ 1960467 h 5008250"/>
                  <a:gd name="connsiteX16" fmla="*/ 1354772 w 1861619"/>
                  <a:gd name="connsiteY16" fmla="*/ 1990121 h 5008250"/>
                  <a:gd name="connsiteX17" fmla="*/ 1316881 w 1861619"/>
                  <a:gd name="connsiteY17" fmla="*/ 2018127 h 5008250"/>
                  <a:gd name="connsiteX18" fmla="*/ 1241098 w 1861619"/>
                  <a:gd name="connsiteY18" fmla="*/ 2072493 h 5008250"/>
                  <a:gd name="connsiteX19" fmla="*/ 1168610 w 1861619"/>
                  <a:gd name="connsiteY19" fmla="*/ 2121917 h 5008250"/>
                  <a:gd name="connsiteX20" fmla="*/ 1026929 w 1861619"/>
                  <a:gd name="connsiteY20" fmla="*/ 2225706 h 5008250"/>
                  <a:gd name="connsiteX21" fmla="*/ 760042 w 1861619"/>
                  <a:gd name="connsiteY21" fmla="*/ 2453054 h 5008250"/>
                  <a:gd name="connsiteX22" fmla="*/ 521162 w 1861619"/>
                  <a:gd name="connsiteY22" fmla="*/ 2708409 h 5008250"/>
                  <a:gd name="connsiteX23" fmla="*/ 320173 w 1861619"/>
                  <a:gd name="connsiteY23" fmla="*/ 2995066 h 5008250"/>
                  <a:gd name="connsiteX24" fmla="*/ 77997 w 1861619"/>
                  <a:gd name="connsiteY24" fmla="*/ 3650751 h 5008250"/>
                  <a:gd name="connsiteX25" fmla="*/ 107652 w 1861619"/>
                  <a:gd name="connsiteY25" fmla="*/ 4352565 h 5008250"/>
                  <a:gd name="connsiteX26" fmla="*/ 381128 w 1861619"/>
                  <a:gd name="connsiteY26" fmla="*/ 5009898 h 5008250"/>
                  <a:gd name="connsiteX27" fmla="*/ 74703 w 1861619"/>
                  <a:gd name="connsiteY27" fmla="*/ 4360802 h 5008250"/>
                  <a:gd name="connsiteX28" fmla="*/ 12099 w 1861619"/>
                  <a:gd name="connsiteY28" fmla="*/ 3642514 h 5008250"/>
                  <a:gd name="connsiteX29" fmla="*/ 232858 w 1861619"/>
                  <a:gd name="connsiteY29" fmla="*/ 2948937 h 5008250"/>
                  <a:gd name="connsiteX30" fmla="*/ 428904 w 1861619"/>
                  <a:gd name="connsiteY30" fmla="*/ 2640864 h 5008250"/>
                  <a:gd name="connsiteX31" fmla="*/ 666137 w 1861619"/>
                  <a:gd name="connsiteY31" fmla="*/ 2362444 h 5008250"/>
                  <a:gd name="connsiteX32" fmla="*/ 933024 w 1861619"/>
                  <a:gd name="connsiteY32" fmla="*/ 2113680 h 5008250"/>
                  <a:gd name="connsiteX33" fmla="*/ 1076353 w 1861619"/>
                  <a:gd name="connsiteY33" fmla="*/ 2000005 h 5008250"/>
                  <a:gd name="connsiteX34" fmla="*/ 1148840 w 1861619"/>
                  <a:gd name="connsiteY34" fmla="*/ 1945639 h 5008250"/>
                  <a:gd name="connsiteX35" fmla="*/ 1216386 w 1861619"/>
                  <a:gd name="connsiteY35" fmla="*/ 1892921 h 5008250"/>
                  <a:gd name="connsiteX36" fmla="*/ 1613422 w 1861619"/>
                  <a:gd name="connsiteY36" fmla="*/ 1369032 h 5008250"/>
                  <a:gd name="connsiteX37" fmla="*/ 1657903 w 1861619"/>
                  <a:gd name="connsiteY37" fmla="*/ 1054369 h 5008250"/>
                  <a:gd name="connsiteX38" fmla="*/ 1590357 w 1861619"/>
                  <a:gd name="connsiteY38" fmla="*/ 739705 h 5008250"/>
                  <a:gd name="connsiteX39" fmla="*/ 1522812 w 1861619"/>
                  <a:gd name="connsiteY39" fmla="*/ 589787 h 5008250"/>
                  <a:gd name="connsiteX40" fmla="*/ 1438792 w 1861619"/>
                  <a:gd name="connsiteY40" fmla="*/ 446459 h 5008250"/>
                  <a:gd name="connsiteX41" fmla="*/ 1339945 w 1861619"/>
                  <a:gd name="connsiteY41" fmla="*/ 311368 h 5008250"/>
                  <a:gd name="connsiteX42" fmla="*/ 1285579 w 1861619"/>
                  <a:gd name="connsiteY42" fmla="*/ 247118 h 5008250"/>
                  <a:gd name="connsiteX43" fmla="*/ 1257572 w 1861619"/>
                  <a:gd name="connsiteY43" fmla="*/ 217464 h 5008250"/>
                  <a:gd name="connsiteX44" fmla="*/ 1244393 w 1861619"/>
                  <a:gd name="connsiteY44" fmla="*/ 202636 h 5008250"/>
                  <a:gd name="connsiteX45" fmla="*/ 1239450 w 1861619"/>
                  <a:gd name="connsiteY45" fmla="*/ 192752 h 5008250"/>
                  <a:gd name="connsiteX46" fmla="*/ 1234508 w 1861619"/>
                  <a:gd name="connsiteY46" fmla="*/ 187809 h 5008250"/>
                  <a:gd name="connsiteX47" fmla="*/ 1419022 w 1861619"/>
                  <a:gd name="connsiteY47" fmla="*/ 0 h 5008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1861619" h="5008250">
                    <a:moveTo>
                      <a:pt x="1419022" y="0"/>
                    </a:moveTo>
                    <a:lnTo>
                      <a:pt x="1428907" y="9885"/>
                    </a:lnTo>
                    <a:lnTo>
                      <a:pt x="1437144" y="19769"/>
                    </a:lnTo>
                    <a:lnTo>
                      <a:pt x="1453619" y="37891"/>
                    </a:lnTo>
                    <a:cubicBezTo>
                      <a:pt x="1465151" y="51071"/>
                      <a:pt x="1475036" y="62603"/>
                      <a:pt x="1484920" y="75783"/>
                    </a:cubicBezTo>
                    <a:cubicBezTo>
                      <a:pt x="1504690" y="100495"/>
                      <a:pt x="1524459" y="126854"/>
                      <a:pt x="1544229" y="151565"/>
                    </a:cubicBezTo>
                    <a:cubicBezTo>
                      <a:pt x="1582120" y="202636"/>
                      <a:pt x="1616717" y="257002"/>
                      <a:pt x="1649666" y="311368"/>
                    </a:cubicBezTo>
                    <a:cubicBezTo>
                      <a:pt x="1682615" y="365734"/>
                      <a:pt x="1712269" y="423395"/>
                      <a:pt x="1738628" y="481056"/>
                    </a:cubicBezTo>
                    <a:cubicBezTo>
                      <a:pt x="1764987" y="540364"/>
                      <a:pt x="1789699" y="599672"/>
                      <a:pt x="1809468" y="660628"/>
                    </a:cubicBezTo>
                    <a:cubicBezTo>
                      <a:pt x="1849007" y="784187"/>
                      <a:pt x="1873719" y="914335"/>
                      <a:pt x="1873719" y="1046131"/>
                    </a:cubicBezTo>
                    <a:cubicBezTo>
                      <a:pt x="1873719" y="1177927"/>
                      <a:pt x="1849007" y="1311371"/>
                      <a:pt x="1799584" y="1433282"/>
                    </a:cubicBezTo>
                    <a:cubicBezTo>
                      <a:pt x="1750160" y="1555194"/>
                      <a:pt x="1679320" y="1667220"/>
                      <a:pt x="1596947" y="1762772"/>
                    </a:cubicBezTo>
                    <a:cubicBezTo>
                      <a:pt x="1575530" y="1785837"/>
                      <a:pt x="1555761" y="1810548"/>
                      <a:pt x="1532697" y="1833613"/>
                    </a:cubicBezTo>
                    <a:lnTo>
                      <a:pt x="1463504" y="1899511"/>
                    </a:lnTo>
                    <a:cubicBezTo>
                      <a:pt x="1451971" y="1911043"/>
                      <a:pt x="1440439" y="1920928"/>
                      <a:pt x="1427260" y="1930812"/>
                    </a:cubicBezTo>
                    <a:lnTo>
                      <a:pt x="1391016" y="1960467"/>
                    </a:lnTo>
                    <a:lnTo>
                      <a:pt x="1354772" y="1990121"/>
                    </a:lnTo>
                    <a:cubicBezTo>
                      <a:pt x="1343240" y="2000005"/>
                      <a:pt x="1330060" y="2008242"/>
                      <a:pt x="1316881" y="2018127"/>
                    </a:cubicBezTo>
                    <a:lnTo>
                      <a:pt x="1241098" y="2072493"/>
                    </a:lnTo>
                    <a:lnTo>
                      <a:pt x="1168610" y="2121917"/>
                    </a:lnTo>
                    <a:cubicBezTo>
                      <a:pt x="1119186" y="2154866"/>
                      <a:pt x="1073058" y="2191110"/>
                      <a:pt x="1026929" y="2225706"/>
                    </a:cubicBezTo>
                    <a:cubicBezTo>
                      <a:pt x="934672" y="2298194"/>
                      <a:pt x="844062" y="2372329"/>
                      <a:pt x="760042" y="2453054"/>
                    </a:cubicBezTo>
                    <a:cubicBezTo>
                      <a:pt x="676022" y="2533779"/>
                      <a:pt x="593650" y="2617799"/>
                      <a:pt x="521162" y="2708409"/>
                    </a:cubicBezTo>
                    <a:cubicBezTo>
                      <a:pt x="447026" y="2799019"/>
                      <a:pt x="379481" y="2894571"/>
                      <a:pt x="320173" y="2995066"/>
                    </a:cubicBezTo>
                    <a:cubicBezTo>
                      <a:pt x="199909" y="3197702"/>
                      <a:pt x="115889" y="3418461"/>
                      <a:pt x="77997" y="3650751"/>
                    </a:cubicBezTo>
                    <a:cubicBezTo>
                      <a:pt x="38459" y="3883042"/>
                      <a:pt x="53286" y="4121922"/>
                      <a:pt x="107652" y="4352565"/>
                    </a:cubicBezTo>
                    <a:cubicBezTo>
                      <a:pt x="162017" y="4583208"/>
                      <a:pt x="259217" y="4803967"/>
                      <a:pt x="381128" y="5009898"/>
                    </a:cubicBezTo>
                    <a:cubicBezTo>
                      <a:pt x="249332" y="4808909"/>
                      <a:pt x="140601" y="4593093"/>
                      <a:pt x="74703" y="4360802"/>
                    </a:cubicBezTo>
                    <a:cubicBezTo>
                      <a:pt x="8804" y="4130159"/>
                      <a:pt x="-17555" y="3883042"/>
                      <a:pt x="12099" y="3642514"/>
                    </a:cubicBezTo>
                    <a:cubicBezTo>
                      <a:pt x="40106" y="3400338"/>
                      <a:pt x="117536" y="3164753"/>
                      <a:pt x="232858" y="2948937"/>
                    </a:cubicBezTo>
                    <a:cubicBezTo>
                      <a:pt x="290519" y="2841853"/>
                      <a:pt x="356417" y="2738063"/>
                      <a:pt x="428904" y="2640864"/>
                    </a:cubicBezTo>
                    <a:cubicBezTo>
                      <a:pt x="501392" y="2542017"/>
                      <a:pt x="582117" y="2451407"/>
                      <a:pt x="666137" y="2362444"/>
                    </a:cubicBezTo>
                    <a:cubicBezTo>
                      <a:pt x="750157" y="2273482"/>
                      <a:pt x="840767" y="2192757"/>
                      <a:pt x="933024" y="2113680"/>
                    </a:cubicBezTo>
                    <a:cubicBezTo>
                      <a:pt x="980801" y="2075788"/>
                      <a:pt x="1026929" y="2036249"/>
                      <a:pt x="1076353" y="2000005"/>
                    </a:cubicBezTo>
                    <a:lnTo>
                      <a:pt x="1148840" y="1945639"/>
                    </a:lnTo>
                    <a:lnTo>
                      <a:pt x="1216386" y="1892921"/>
                    </a:lnTo>
                    <a:cubicBezTo>
                      <a:pt x="1394311" y="1751240"/>
                      <a:pt x="1542581" y="1573316"/>
                      <a:pt x="1613422" y="1369032"/>
                    </a:cubicBezTo>
                    <a:cubicBezTo>
                      <a:pt x="1648018" y="1268537"/>
                      <a:pt x="1662845" y="1161453"/>
                      <a:pt x="1657903" y="1054369"/>
                    </a:cubicBezTo>
                    <a:cubicBezTo>
                      <a:pt x="1654608" y="947284"/>
                      <a:pt x="1628249" y="841847"/>
                      <a:pt x="1590357" y="739705"/>
                    </a:cubicBezTo>
                    <a:cubicBezTo>
                      <a:pt x="1572235" y="688634"/>
                      <a:pt x="1547524" y="639211"/>
                      <a:pt x="1522812" y="589787"/>
                    </a:cubicBezTo>
                    <a:cubicBezTo>
                      <a:pt x="1496453" y="540364"/>
                      <a:pt x="1468446" y="492588"/>
                      <a:pt x="1438792" y="446459"/>
                    </a:cubicBezTo>
                    <a:cubicBezTo>
                      <a:pt x="1407490" y="400331"/>
                      <a:pt x="1374541" y="354202"/>
                      <a:pt x="1339945" y="311368"/>
                    </a:cubicBezTo>
                    <a:cubicBezTo>
                      <a:pt x="1321823" y="289951"/>
                      <a:pt x="1305348" y="268534"/>
                      <a:pt x="1285579" y="247118"/>
                    </a:cubicBezTo>
                    <a:cubicBezTo>
                      <a:pt x="1275694" y="237233"/>
                      <a:pt x="1267457" y="227348"/>
                      <a:pt x="1257572" y="217464"/>
                    </a:cubicBezTo>
                    <a:lnTo>
                      <a:pt x="1244393" y="202636"/>
                    </a:lnTo>
                    <a:lnTo>
                      <a:pt x="1239450" y="192752"/>
                    </a:lnTo>
                    <a:lnTo>
                      <a:pt x="1234508" y="187809"/>
                    </a:lnTo>
                    <a:lnTo>
                      <a:pt x="1419022" y="0"/>
                    </a:lnTo>
                    <a:close/>
                  </a:path>
                </a:pathLst>
              </a:custGeom>
              <a:gradFill flip="none" rotWithShape="1">
                <a:gsLst>
                  <a:gs pos="81000">
                    <a:schemeClr val="accent1">
                      <a:lumMod val="75000"/>
                    </a:schemeClr>
                  </a:gs>
                  <a:gs pos="24000">
                    <a:schemeClr val="accent2"/>
                  </a:gs>
                </a:gsLst>
                <a:lin ang="5400000" scaled="1"/>
                <a:tileRect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" name="任意多边形: 形状 60"/>
              <p:cNvSpPr/>
              <p:nvPr/>
            </p:nvSpPr>
            <p:spPr>
              <a:xfrm rot="21376662">
                <a:off x="10432333" y="2195407"/>
                <a:ext cx="354598" cy="300045"/>
              </a:xfrm>
              <a:custGeom>
                <a:avLst/>
                <a:gdLst>
                  <a:gd name="connsiteX0" fmla="*/ 8237 w 428337"/>
                  <a:gd name="connsiteY0" fmla="*/ 0 h 362439"/>
                  <a:gd name="connsiteX1" fmla="*/ 0 w 428337"/>
                  <a:gd name="connsiteY1" fmla="*/ 6590 h 362439"/>
                  <a:gd name="connsiteX2" fmla="*/ 151566 w 428337"/>
                  <a:gd name="connsiteY2" fmla="*/ 194399 h 362439"/>
                  <a:gd name="connsiteX3" fmla="*/ 341022 w 428337"/>
                  <a:gd name="connsiteY3" fmla="*/ 261945 h 362439"/>
                  <a:gd name="connsiteX4" fmla="*/ 416805 w 428337"/>
                  <a:gd name="connsiteY4" fmla="*/ 365734 h 362439"/>
                  <a:gd name="connsiteX5" fmla="*/ 443164 w 428337"/>
                  <a:gd name="connsiteY5" fmla="*/ 345965 h 362439"/>
                  <a:gd name="connsiteX6" fmla="*/ 395388 w 428337"/>
                  <a:gd name="connsiteY6" fmla="*/ 280067 h 362439"/>
                  <a:gd name="connsiteX7" fmla="*/ 308073 w 428337"/>
                  <a:gd name="connsiteY7" fmla="*/ 163098 h 362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8337" h="362439">
                    <a:moveTo>
                      <a:pt x="8237" y="0"/>
                    </a:moveTo>
                    <a:lnTo>
                      <a:pt x="0" y="6590"/>
                    </a:lnTo>
                    <a:lnTo>
                      <a:pt x="151566" y="194399"/>
                    </a:lnTo>
                    <a:lnTo>
                      <a:pt x="341022" y="261945"/>
                    </a:lnTo>
                    <a:lnTo>
                      <a:pt x="416805" y="365734"/>
                    </a:lnTo>
                    <a:lnTo>
                      <a:pt x="443164" y="345965"/>
                    </a:lnTo>
                    <a:lnTo>
                      <a:pt x="395388" y="280067"/>
                    </a:lnTo>
                    <a:lnTo>
                      <a:pt x="308073" y="163098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" name="任意多边形: 形状 61"/>
              <p:cNvSpPr/>
              <p:nvPr/>
            </p:nvSpPr>
            <p:spPr>
              <a:xfrm rot="21376662">
                <a:off x="10432687" y="2200852"/>
                <a:ext cx="354598" cy="300045"/>
              </a:xfrm>
              <a:custGeom>
                <a:avLst/>
                <a:gdLst>
                  <a:gd name="connsiteX0" fmla="*/ 0 w 428337"/>
                  <a:gd name="connsiteY0" fmla="*/ 0 h 362439"/>
                  <a:gd name="connsiteX1" fmla="*/ 143328 w 428337"/>
                  <a:gd name="connsiteY1" fmla="*/ 194399 h 362439"/>
                  <a:gd name="connsiteX2" fmla="*/ 332785 w 428337"/>
                  <a:gd name="connsiteY2" fmla="*/ 261945 h 362439"/>
                  <a:gd name="connsiteX3" fmla="*/ 408568 w 428337"/>
                  <a:gd name="connsiteY3" fmla="*/ 364087 h 362439"/>
                  <a:gd name="connsiteX4" fmla="*/ 434927 w 428337"/>
                  <a:gd name="connsiteY4" fmla="*/ 345965 h 362439"/>
                  <a:gd name="connsiteX5" fmla="*/ 385504 w 428337"/>
                  <a:gd name="connsiteY5" fmla="*/ 280067 h 362439"/>
                  <a:gd name="connsiteX6" fmla="*/ 299836 w 428337"/>
                  <a:gd name="connsiteY6" fmla="*/ 163098 h 362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8337" h="362439">
                    <a:moveTo>
                      <a:pt x="0" y="0"/>
                    </a:moveTo>
                    <a:lnTo>
                      <a:pt x="143328" y="194399"/>
                    </a:lnTo>
                    <a:lnTo>
                      <a:pt x="332785" y="261945"/>
                    </a:lnTo>
                    <a:lnTo>
                      <a:pt x="408568" y="364087"/>
                    </a:lnTo>
                    <a:lnTo>
                      <a:pt x="434927" y="345965"/>
                    </a:lnTo>
                    <a:lnTo>
                      <a:pt x="385504" y="280067"/>
                    </a:lnTo>
                    <a:lnTo>
                      <a:pt x="299836" y="163098"/>
                    </a:lnTo>
                    <a:close/>
                  </a:path>
                </a:pathLst>
              </a:custGeom>
              <a:gradFill>
                <a:gsLst>
                  <a:gs pos="93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3" name="任意多边形: 形状 62"/>
              <p:cNvSpPr/>
              <p:nvPr/>
            </p:nvSpPr>
            <p:spPr>
              <a:xfrm rot="21376662">
                <a:off x="10774428" y="2463681"/>
                <a:ext cx="109107" cy="136384"/>
              </a:xfrm>
              <a:custGeom>
                <a:avLst/>
                <a:gdLst>
                  <a:gd name="connsiteX0" fmla="*/ 50053 w 131796"/>
                  <a:gd name="connsiteY0" fmla="*/ 234 h 164745"/>
                  <a:gd name="connsiteX1" fmla="*/ 26988 w 131796"/>
                  <a:gd name="connsiteY1" fmla="*/ 16709 h 164745"/>
                  <a:gd name="connsiteX2" fmla="*/ 3924 w 131796"/>
                  <a:gd name="connsiteY2" fmla="*/ 33183 h 164745"/>
                  <a:gd name="connsiteX3" fmla="*/ 8867 w 131796"/>
                  <a:gd name="connsiteY3" fmla="*/ 71075 h 164745"/>
                  <a:gd name="connsiteX4" fmla="*/ 137368 w 131796"/>
                  <a:gd name="connsiteY4" fmla="*/ 166627 h 164745"/>
                  <a:gd name="connsiteX5" fmla="*/ 84649 w 131796"/>
                  <a:gd name="connsiteY5" fmla="*/ 15061 h 164745"/>
                  <a:gd name="connsiteX6" fmla="*/ 50053 w 131796"/>
                  <a:gd name="connsiteY6" fmla="*/ 234 h 164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796" h="164745">
                    <a:moveTo>
                      <a:pt x="50053" y="234"/>
                    </a:moveTo>
                    <a:lnTo>
                      <a:pt x="26988" y="16709"/>
                    </a:lnTo>
                    <a:lnTo>
                      <a:pt x="3924" y="33183"/>
                    </a:lnTo>
                    <a:cubicBezTo>
                      <a:pt x="3924" y="33183"/>
                      <a:pt x="-7608" y="52953"/>
                      <a:pt x="8867" y="71075"/>
                    </a:cubicBezTo>
                    <a:cubicBezTo>
                      <a:pt x="25341" y="89197"/>
                      <a:pt x="78059" y="146857"/>
                      <a:pt x="137368" y="166627"/>
                    </a:cubicBezTo>
                    <a:cubicBezTo>
                      <a:pt x="137368" y="104024"/>
                      <a:pt x="96181" y="36478"/>
                      <a:pt x="84649" y="15061"/>
                    </a:cubicBezTo>
                    <a:cubicBezTo>
                      <a:pt x="73117" y="-3061"/>
                      <a:pt x="50053" y="234"/>
                      <a:pt x="50053" y="234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FDE549"/>
                  </a:gs>
                  <a:gs pos="6195">
                    <a:srgbClr val="D9250F"/>
                  </a:gs>
                  <a:gs pos="38000">
                    <a:srgbClr val="FA6116"/>
                  </a:gs>
                </a:gsLst>
                <a:path path="rect">
                  <a:fillToRect l="100000" t="100000"/>
                </a:path>
                <a:tileRect r="-100000" b="-100000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4" name="任意多边形: 形状 63"/>
              <p:cNvSpPr/>
              <p:nvPr/>
            </p:nvSpPr>
            <p:spPr>
              <a:xfrm rot="21376662">
                <a:off x="10762327" y="2452430"/>
                <a:ext cx="40916" cy="40916"/>
              </a:xfrm>
              <a:custGeom>
                <a:avLst/>
                <a:gdLst>
                  <a:gd name="connsiteX0" fmla="*/ 5560 w 49423"/>
                  <a:gd name="connsiteY0" fmla="*/ 27183 h 49423"/>
                  <a:gd name="connsiteX1" fmla="*/ 618 w 49423"/>
                  <a:gd name="connsiteY1" fmla="*/ 42010 h 49423"/>
                  <a:gd name="connsiteX2" fmla="*/ 7208 w 49423"/>
                  <a:gd name="connsiteY2" fmla="*/ 53542 h 49423"/>
                  <a:gd name="connsiteX3" fmla="*/ 7208 w 49423"/>
                  <a:gd name="connsiteY3" fmla="*/ 53542 h 49423"/>
                  <a:gd name="connsiteX4" fmla="*/ 63221 w 49423"/>
                  <a:gd name="connsiteY4" fmla="*/ 12356 h 49423"/>
                  <a:gd name="connsiteX5" fmla="*/ 63221 w 49423"/>
                  <a:gd name="connsiteY5" fmla="*/ 12356 h 49423"/>
                  <a:gd name="connsiteX6" fmla="*/ 53336 w 49423"/>
                  <a:gd name="connsiteY6" fmla="*/ 2471 h 49423"/>
                  <a:gd name="connsiteX7" fmla="*/ 38509 w 49423"/>
                  <a:gd name="connsiteY7" fmla="*/ 2471 h 49423"/>
                  <a:gd name="connsiteX8" fmla="*/ 5560 w 49423"/>
                  <a:gd name="connsiteY8" fmla="*/ 27183 h 49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9423" h="49423">
                    <a:moveTo>
                      <a:pt x="5560" y="27183"/>
                    </a:moveTo>
                    <a:cubicBezTo>
                      <a:pt x="618" y="30478"/>
                      <a:pt x="-1030" y="37068"/>
                      <a:pt x="618" y="42010"/>
                    </a:cubicBezTo>
                    <a:cubicBezTo>
                      <a:pt x="2265" y="46952"/>
                      <a:pt x="3913" y="51895"/>
                      <a:pt x="7208" y="53542"/>
                    </a:cubicBezTo>
                    <a:lnTo>
                      <a:pt x="7208" y="53542"/>
                    </a:lnTo>
                    <a:cubicBezTo>
                      <a:pt x="30272" y="48600"/>
                      <a:pt x="51689" y="33773"/>
                      <a:pt x="63221" y="12356"/>
                    </a:cubicBezTo>
                    <a:lnTo>
                      <a:pt x="63221" y="12356"/>
                    </a:lnTo>
                    <a:cubicBezTo>
                      <a:pt x="61574" y="9061"/>
                      <a:pt x="58279" y="5766"/>
                      <a:pt x="53336" y="2471"/>
                    </a:cubicBezTo>
                    <a:cubicBezTo>
                      <a:pt x="48394" y="-824"/>
                      <a:pt x="41804" y="-824"/>
                      <a:pt x="38509" y="2471"/>
                    </a:cubicBezTo>
                    <a:lnTo>
                      <a:pt x="5560" y="27183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bg1"/>
                  </a:gs>
                </a:gsLst>
                <a:lin ang="54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任意多边形: 形状 64"/>
              <p:cNvSpPr/>
              <p:nvPr/>
            </p:nvSpPr>
            <p:spPr>
              <a:xfrm rot="21376662">
                <a:off x="10313410" y="2304712"/>
                <a:ext cx="177300" cy="422791"/>
              </a:xfrm>
              <a:custGeom>
                <a:avLst/>
                <a:gdLst>
                  <a:gd name="connsiteX0" fmla="*/ 0 w 214168"/>
                  <a:gd name="connsiteY0" fmla="*/ 6590 h 510709"/>
                  <a:gd name="connsiteX1" fmla="*/ 8237 w 214168"/>
                  <a:gd name="connsiteY1" fmla="*/ 0 h 510709"/>
                  <a:gd name="connsiteX2" fmla="*/ 143328 w 214168"/>
                  <a:gd name="connsiteY2" fmla="*/ 200989 h 510709"/>
                  <a:gd name="connsiteX3" fmla="*/ 151566 w 214168"/>
                  <a:gd name="connsiteY3" fmla="*/ 401978 h 510709"/>
                  <a:gd name="connsiteX4" fmla="*/ 227348 w 214168"/>
                  <a:gd name="connsiteY4" fmla="*/ 504120 h 510709"/>
                  <a:gd name="connsiteX5" fmla="*/ 200989 w 214168"/>
                  <a:gd name="connsiteY5" fmla="*/ 523889 h 510709"/>
                  <a:gd name="connsiteX6" fmla="*/ 153213 w 214168"/>
                  <a:gd name="connsiteY6" fmla="*/ 457991 h 510709"/>
                  <a:gd name="connsiteX7" fmla="*/ 65898 w 214168"/>
                  <a:gd name="connsiteY7" fmla="*/ 341022 h 510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4168" h="510709">
                    <a:moveTo>
                      <a:pt x="0" y="6590"/>
                    </a:moveTo>
                    <a:lnTo>
                      <a:pt x="8237" y="0"/>
                    </a:lnTo>
                    <a:lnTo>
                      <a:pt x="143328" y="200989"/>
                    </a:lnTo>
                    <a:lnTo>
                      <a:pt x="151566" y="401978"/>
                    </a:lnTo>
                    <a:lnTo>
                      <a:pt x="227348" y="504120"/>
                    </a:lnTo>
                    <a:lnTo>
                      <a:pt x="200989" y="523889"/>
                    </a:lnTo>
                    <a:lnTo>
                      <a:pt x="153213" y="457991"/>
                    </a:lnTo>
                    <a:lnTo>
                      <a:pt x="65898" y="341022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6" name="任意多边形: 形状 65"/>
              <p:cNvSpPr/>
              <p:nvPr/>
            </p:nvSpPr>
            <p:spPr>
              <a:xfrm rot="21376662">
                <a:off x="10320215" y="2304269"/>
                <a:ext cx="177300" cy="422791"/>
              </a:xfrm>
              <a:custGeom>
                <a:avLst/>
                <a:gdLst>
                  <a:gd name="connsiteX0" fmla="*/ 0 w 214168"/>
                  <a:gd name="connsiteY0" fmla="*/ 0 h 510709"/>
                  <a:gd name="connsiteX1" fmla="*/ 143328 w 214168"/>
                  <a:gd name="connsiteY1" fmla="*/ 194399 h 510709"/>
                  <a:gd name="connsiteX2" fmla="*/ 151566 w 214168"/>
                  <a:gd name="connsiteY2" fmla="*/ 395388 h 510709"/>
                  <a:gd name="connsiteX3" fmla="*/ 227348 w 214168"/>
                  <a:gd name="connsiteY3" fmla="*/ 499178 h 510709"/>
                  <a:gd name="connsiteX4" fmla="*/ 200989 w 214168"/>
                  <a:gd name="connsiteY4" fmla="*/ 517300 h 510709"/>
                  <a:gd name="connsiteX5" fmla="*/ 153213 w 214168"/>
                  <a:gd name="connsiteY5" fmla="*/ 453049 h 510709"/>
                  <a:gd name="connsiteX6" fmla="*/ 67545 w 214168"/>
                  <a:gd name="connsiteY6" fmla="*/ 334433 h 510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4168" h="510709">
                    <a:moveTo>
                      <a:pt x="0" y="0"/>
                    </a:moveTo>
                    <a:lnTo>
                      <a:pt x="143328" y="194399"/>
                    </a:lnTo>
                    <a:lnTo>
                      <a:pt x="151566" y="395388"/>
                    </a:lnTo>
                    <a:lnTo>
                      <a:pt x="227348" y="499178"/>
                    </a:lnTo>
                    <a:lnTo>
                      <a:pt x="200989" y="517300"/>
                    </a:lnTo>
                    <a:lnTo>
                      <a:pt x="153213" y="453049"/>
                    </a:lnTo>
                    <a:lnTo>
                      <a:pt x="67545" y="334433"/>
                    </a:lnTo>
                    <a:close/>
                  </a:path>
                </a:pathLst>
              </a:custGeom>
              <a:gradFill>
                <a:gsLst>
                  <a:gs pos="93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7" name="任意多边形: 形状 66"/>
              <p:cNvSpPr/>
              <p:nvPr/>
            </p:nvSpPr>
            <p:spPr>
              <a:xfrm rot="21376662">
                <a:off x="10489435" y="2704784"/>
                <a:ext cx="109107" cy="136384"/>
              </a:xfrm>
              <a:custGeom>
                <a:avLst/>
                <a:gdLst>
                  <a:gd name="connsiteX0" fmla="*/ 3924 w 131796"/>
                  <a:gd name="connsiteY0" fmla="*/ 33442 h 164745"/>
                  <a:gd name="connsiteX1" fmla="*/ 26988 w 131796"/>
                  <a:gd name="connsiteY1" fmla="*/ 16967 h 164745"/>
                  <a:gd name="connsiteX2" fmla="*/ 50053 w 131796"/>
                  <a:gd name="connsiteY2" fmla="*/ 493 h 164745"/>
                  <a:gd name="connsiteX3" fmla="*/ 84649 w 131796"/>
                  <a:gd name="connsiteY3" fmla="*/ 16967 h 164745"/>
                  <a:gd name="connsiteX4" fmla="*/ 137368 w 131796"/>
                  <a:gd name="connsiteY4" fmla="*/ 168533 h 164745"/>
                  <a:gd name="connsiteX5" fmla="*/ 8867 w 131796"/>
                  <a:gd name="connsiteY5" fmla="*/ 72981 h 164745"/>
                  <a:gd name="connsiteX6" fmla="*/ 3924 w 131796"/>
                  <a:gd name="connsiteY6" fmla="*/ 33442 h 164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796" h="164745">
                    <a:moveTo>
                      <a:pt x="3924" y="33442"/>
                    </a:moveTo>
                    <a:lnTo>
                      <a:pt x="26988" y="16967"/>
                    </a:lnTo>
                    <a:lnTo>
                      <a:pt x="50053" y="493"/>
                    </a:lnTo>
                    <a:cubicBezTo>
                      <a:pt x="50053" y="493"/>
                      <a:pt x="73117" y="-4449"/>
                      <a:pt x="84649" y="16967"/>
                    </a:cubicBezTo>
                    <a:cubicBezTo>
                      <a:pt x="96181" y="38384"/>
                      <a:pt x="137368" y="104282"/>
                      <a:pt x="137368" y="168533"/>
                    </a:cubicBezTo>
                    <a:cubicBezTo>
                      <a:pt x="76412" y="148763"/>
                      <a:pt x="25341" y="91103"/>
                      <a:pt x="8867" y="72981"/>
                    </a:cubicBezTo>
                    <a:cubicBezTo>
                      <a:pt x="-7608" y="54859"/>
                      <a:pt x="3924" y="33442"/>
                      <a:pt x="3924" y="33442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FDE549"/>
                  </a:gs>
                  <a:gs pos="6195">
                    <a:srgbClr val="D9250F"/>
                  </a:gs>
                  <a:gs pos="38000">
                    <a:srgbClr val="FA6116"/>
                  </a:gs>
                </a:gsLst>
                <a:path path="rect">
                  <a:fillToRect l="100000" t="100000"/>
                </a:path>
                <a:tileRect r="-100000" b="-100000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8" name="任意多边形: 形状 67"/>
              <p:cNvSpPr/>
              <p:nvPr/>
            </p:nvSpPr>
            <p:spPr>
              <a:xfrm rot="21376662">
                <a:off x="10475899" y="2692473"/>
                <a:ext cx="40916" cy="40916"/>
              </a:xfrm>
              <a:custGeom>
                <a:avLst/>
                <a:gdLst>
                  <a:gd name="connsiteX0" fmla="*/ 38509 w 49423"/>
                  <a:gd name="connsiteY0" fmla="*/ 2471 h 49423"/>
                  <a:gd name="connsiteX1" fmla="*/ 53336 w 49423"/>
                  <a:gd name="connsiteY1" fmla="*/ 2471 h 49423"/>
                  <a:gd name="connsiteX2" fmla="*/ 63221 w 49423"/>
                  <a:gd name="connsiteY2" fmla="*/ 12356 h 49423"/>
                  <a:gd name="connsiteX3" fmla="*/ 63221 w 49423"/>
                  <a:gd name="connsiteY3" fmla="*/ 12356 h 49423"/>
                  <a:gd name="connsiteX4" fmla="*/ 7208 w 49423"/>
                  <a:gd name="connsiteY4" fmla="*/ 53542 h 49423"/>
                  <a:gd name="connsiteX5" fmla="*/ 7208 w 49423"/>
                  <a:gd name="connsiteY5" fmla="*/ 53542 h 49423"/>
                  <a:gd name="connsiteX6" fmla="*/ 618 w 49423"/>
                  <a:gd name="connsiteY6" fmla="*/ 42010 h 49423"/>
                  <a:gd name="connsiteX7" fmla="*/ 5560 w 49423"/>
                  <a:gd name="connsiteY7" fmla="*/ 27183 h 49423"/>
                  <a:gd name="connsiteX8" fmla="*/ 38509 w 49423"/>
                  <a:gd name="connsiteY8" fmla="*/ 2471 h 49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9423" h="49423">
                    <a:moveTo>
                      <a:pt x="38509" y="2471"/>
                    </a:moveTo>
                    <a:cubicBezTo>
                      <a:pt x="43451" y="-824"/>
                      <a:pt x="50041" y="-824"/>
                      <a:pt x="53336" y="2471"/>
                    </a:cubicBezTo>
                    <a:cubicBezTo>
                      <a:pt x="56631" y="5766"/>
                      <a:pt x="61574" y="9061"/>
                      <a:pt x="63221" y="12356"/>
                    </a:cubicBezTo>
                    <a:lnTo>
                      <a:pt x="63221" y="12356"/>
                    </a:lnTo>
                    <a:cubicBezTo>
                      <a:pt x="51689" y="33773"/>
                      <a:pt x="31919" y="48600"/>
                      <a:pt x="7208" y="53542"/>
                    </a:cubicBezTo>
                    <a:lnTo>
                      <a:pt x="7208" y="53542"/>
                    </a:lnTo>
                    <a:cubicBezTo>
                      <a:pt x="3913" y="50247"/>
                      <a:pt x="2265" y="45305"/>
                      <a:pt x="618" y="42010"/>
                    </a:cubicBezTo>
                    <a:cubicBezTo>
                      <a:pt x="-1030" y="37068"/>
                      <a:pt x="618" y="30478"/>
                      <a:pt x="5560" y="27183"/>
                    </a:cubicBezTo>
                    <a:lnTo>
                      <a:pt x="38509" y="2471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bg1"/>
                  </a:gs>
                </a:gsLst>
                <a:lin ang="54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9" name="任意多边形: 形状 68"/>
              <p:cNvSpPr/>
              <p:nvPr/>
            </p:nvSpPr>
            <p:spPr>
              <a:xfrm rot="21376662">
                <a:off x="10527055" y="2469152"/>
                <a:ext cx="286407" cy="340960"/>
              </a:xfrm>
              <a:custGeom>
                <a:avLst/>
                <a:gdLst>
                  <a:gd name="connsiteX0" fmla="*/ 127917 w 345964"/>
                  <a:gd name="connsiteY0" fmla="*/ 1405 h 411862"/>
                  <a:gd name="connsiteX1" fmla="*/ 68609 w 345964"/>
                  <a:gd name="connsiteY1" fmla="*/ 44239 h 411862"/>
                  <a:gd name="connsiteX2" fmla="*/ 9301 w 345964"/>
                  <a:gd name="connsiteY2" fmla="*/ 87073 h 411862"/>
                  <a:gd name="connsiteX3" fmla="*/ 22480 w 345964"/>
                  <a:gd name="connsiteY3" fmla="*/ 182625 h 411862"/>
                  <a:gd name="connsiteX4" fmla="*/ 348676 w 345964"/>
                  <a:gd name="connsiteY4" fmla="*/ 424800 h 411862"/>
                  <a:gd name="connsiteX5" fmla="*/ 215232 w 345964"/>
                  <a:gd name="connsiteY5" fmla="*/ 42592 h 411862"/>
                  <a:gd name="connsiteX6" fmla="*/ 127917 w 345964"/>
                  <a:gd name="connsiteY6" fmla="*/ 1405 h 411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45964" h="411862">
                    <a:moveTo>
                      <a:pt x="127917" y="1405"/>
                    </a:moveTo>
                    <a:lnTo>
                      <a:pt x="68609" y="44239"/>
                    </a:lnTo>
                    <a:lnTo>
                      <a:pt x="9301" y="87073"/>
                    </a:lnTo>
                    <a:cubicBezTo>
                      <a:pt x="9301" y="87073"/>
                      <a:pt x="-18706" y="138144"/>
                      <a:pt x="22480" y="182625"/>
                    </a:cubicBezTo>
                    <a:cubicBezTo>
                      <a:pt x="63667" y="227106"/>
                      <a:pt x="195463" y="375377"/>
                      <a:pt x="348676" y="424800"/>
                    </a:cubicBezTo>
                    <a:cubicBezTo>
                      <a:pt x="347028" y="264997"/>
                      <a:pt x="244886" y="95310"/>
                      <a:pt x="215232" y="42592"/>
                    </a:cubicBezTo>
                    <a:cubicBezTo>
                      <a:pt x="185578" y="-11774"/>
                      <a:pt x="127917" y="1405"/>
                      <a:pt x="127917" y="1405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FDE549"/>
                  </a:gs>
                  <a:gs pos="6195">
                    <a:srgbClr val="D9250F"/>
                  </a:gs>
                  <a:gs pos="38000">
                    <a:srgbClr val="FA6116"/>
                  </a:gs>
                </a:gsLst>
                <a:path path="rect">
                  <a:fillToRect l="100000" t="100000"/>
                </a:path>
                <a:tileRect r="-100000" b="-100000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0" name="任意多边形: 形状 69"/>
              <p:cNvSpPr/>
              <p:nvPr/>
            </p:nvSpPr>
            <p:spPr>
              <a:xfrm rot="21376662">
                <a:off x="10493311" y="2433413"/>
                <a:ext cx="136384" cy="109107"/>
              </a:xfrm>
              <a:custGeom>
                <a:avLst/>
                <a:gdLst>
                  <a:gd name="connsiteX0" fmla="*/ 0 w 164745"/>
                  <a:gd name="connsiteY0" fmla="*/ 88962 h 131796"/>
                  <a:gd name="connsiteX1" fmla="*/ 24712 w 164745"/>
                  <a:gd name="connsiteY1" fmla="*/ 143328 h 131796"/>
                  <a:gd name="connsiteX2" fmla="*/ 24712 w 164745"/>
                  <a:gd name="connsiteY2" fmla="*/ 143328 h 131796"/>
                  <a:gd name="connsiteX3" fmla="*/ 164745 w 164745"/>
                  <a:gd name="connsiteY3" fmla="*/ 39539 h 131796"/>
                  <a:gd name="connsiteX4" fmla="*/ 164745 w 164745"/>
                  <a:gd name="connsiteY4" fmla="*/ 39539 h 131796"/>
                  <a:gd name="connsiteX5" fmla="*/ 120264 w 164745"/>
                  <a:gd name="connsiteY5" fmla="*/ 0 h 131796"/>
                  <a:gd name="connsiteX6" fmla="*/ 0 w 164745"/>
                  <a:gd name="connsiteY6" fmla="*/ 88962 h 131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4745" h="131796">
                    <a:moveTo>
                      <a:pt x="0" y="88962"/>
                    </a:moveTo>
                    <a:cubicBezTo>
                      <a:pt x="0" y="88962"/>
                      <a:pt x="11532" y="128501"/>
                      <a:pt x="24712" y="143328"/>
                    </a:cubicBezTo>
                    <a:lnTo>
                      <a:pt x="24712" y="143328"/>
                    </a:lnTo>
                    <a:cubicBezTo>
                      <a:pt x="84020" y="131796"/>
                      <a:pt x="135091" y="93905"/>
                      <a:pt x="164745" y="39539"/>
                    </a:cubicBezTo>
                    <a:lnTo>
                      <a:pt x="164745" y="39539"/>
                    </a:lnTo>
                    <a:cubicBezTo>
                      <a:pt x="154860" y="23064"/>
                      <a:pt x="120264" y="0"/>
                      <a:pt x="120264" y="0"/>
                    </a:cubicBezTo>
                    <a:lnTo>
                      <a:pt x="0" y="88962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2">
                      <a:lumMod val="20000"/>
                      <a:lumOff val="80000"/>
                    </a:schemeClr>
                  </a:gs>
                  <a:gs pos="0">
                    <a:schemeClr val="accent2">
                      <a:lumMod val="60000"/>
                      <a:lumOff val="40000"/>
                    </a:schemeClr>
                  </a:gs>
                </a:gsLst>
                <a:lin ang="8100000" scaled="1"/>
                <a:tileRect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1" name="任意多边形: 形状 70"/>
              <p:cNvSpPr/>
              <p:nvPr/>
            </p:nvSpPr>
            <p:spPr>
              <a:xfrm rot="21376662">
                <a:off x="10118431" y="1959009"/>
                <a:ext cx="450067" cy="559175"/>
              </a:xfrm>
              <a:custGeom>
                <a:avLst/>
                <a:gdLst>
                  <a:gd name="connsiteX0" fmla="*/ 27451 w 543658"/>
                  <a:gd name="connsiteY0" fmla="*/ 3027 h 675454"/>
                  <a:gd name="connsiteX1" fmla="*/ 119709 w 543658"/>
                  <a:gd name="connsiteY1" fmla="*/ 403358 h 675454"/>
                  <a:gd name="connsiteX2" fmla="*/ 427782 w 543658"/>
                  <a:gd name="connsiteY2" fmla="*/ 685072 h 675454"/>
                  <a:gd name="connsiteX3" fmla="*/ 427782 w 543658"/>
                  <a:gd name="connsiteY3" fmla="*/ 685072 h 675454"/>
                  <a:gd name="connsiteX4" fmla="*/ 559578 w 543658"/>
                  <a:gd name="connsiteY4" fmla="*/ 587872 h 675454"/>
                  <a:gd name="connsiteX5" fmla="*/ 559578 w 543658"/>
                  <a:gd name="connsiteY5" fmla="*/ 587872 h 675454"/>
                  <a:gd name="connsiteX6" fmla="*/ 383301 w 543658"/>
                  <a:gd name="connsiteY6" fmla="*/ 210606 h 675454"/>
                  <a:gd name="connsiteX7" fmla="*/ 27451 w 543658"/>
                  <a:gd name="connsiteY7" fmla="*/ 3027 h 675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43658" h="675454">
                    <a:moveTo>
                      <a:pt x="27451" y="3027"/>
                    </a:moveTo>
                    <a:cubicBezTo>
                      <a:pt x="27451" y="3027"/>
                      <a:pt x="-76338" y="190836"/>
                      <a:pt x="119709" y="403358"/>
                    </a:cubicBezTo>
                    <a:cubicBezTo>
                      <a:pt x="315755" y="614231"/>
                      <a:pt x="427782" y="685072"/>
                      <a:pt x="427782" y="685072"/>
                    </a:cubicBezTo>
                    <a:lnTo>
                      <a:pt x="427782" y="685072"/>
                    </a:lnTo>
                    <a:cubicBezTo>
                      <a:pt x="487090" y="681777"/>
                      <a:pt x="538161" y="643885"/>
                      <a:pt x="559578" y="587872"/>
                    </a:cubicBezTo>
                    <a:lnTo>
                      <a:pt x="559578" y="587872"/>
                    </a:lnTo>
                    <a:cubicBezTo>
                      <a:pt x="559578" y="587872"/>
                      <a:pt x="526629" y="461018"/>
                      <a:pt x="383301" y="210606"/>
                    </a:cubicBezTo>
                    <a:cubicBezTo>
                      <a:pt x="238325" y="-41454"/>
                      <a:pt x="27451" y="3027"/>
                      <a:pt x="27451" y="3027"/>
                    </a:cubicBezTo>
                    <a:close/>
                  </a:path>
                </a:pathLst>
              </a:custGeom>
              <a:gradFill flip="none" rotWithShape="1">
                <a:gsLst>
                  <a:gs pos="6195">
                    <a:schemeClr val="accent2">
                      <a:lumMod val="60000"/>
                      <a:lumOff val="40000"/>
                    </a:schemeClr>
                  </a:gs>
                  <a:gs pos="88000">
                    <a:schemeClr val="bg1"/>
                  </a:gs>
                </a:gsLst>
                <a:lin ang="8100000" scaled="1"/>
                <a:tileRect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2" name="任意多边形: 形状 71"/>
              <p:cNvSpPr/>
              <p:nvPr/>
            </p:nvSpPr>
            <p:spPr>
              <a:xfrm rot="21376662">
                <a:off x="10442652" y="2382978"/>
                <a:ext cx="150023" cy="122746"/>
              </a:xfrm>
              <a:custGeom>
                <a:avLst/>
                <a:gdLst>
                  <a:gd name="connsiteX0" fmla="*/ 0 w 181219"/>
                  <a:gd name="connsiteY0" fmla="*/ 120264 h 148270"/>
                  <a:gd name="connsiteX1" fmla="*/ 52718 w 181219"/>
                  <a:gd name="connsiteY1" fmla="*/ 158155 h 148270"/>
                  <a:gd name="connsiteX2" fmla="*/ 52718 w 181219"/>
                  <a:gd name="connsiteY2" fmla="*/ 158155 h 148270"/>
                  <a:gd name="connsiteX3" fmla="*/ 184514 w 181219"/>
                  <a:gd name="connsiteY3" fmla="*/ 60956 h 148270"/>
                  <a:gd name="connsiteX4" fmla="*/ 184514 w 181219"/>
                  <a:gd name="connsiteY4" fmla="*/ 60956 h 148270"/>
                  <a:gd name="connsiteX5" fmla="*/ 163098 w 181219"/>
                  <a:gd name="connsiteY5" fmla="*/ 0 h 148270"/>
                  <a:gd name="connsiteX6" fmla="*/ 0 w 181219"/>
                  <a:gd name="connsiteY6" fmla="*/ 120264 h 148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1219" h="148270">
                    <a:moveTo>
                      <a:pt x="0" y="120264"/>
                    </a:moveTo>
                    <a:cubicBezTo>
                      <a:pt x="34596" y="146623"/>
                      <a:pt x="52718" y="158155"/>
                      <a:pt x="52718" y="158155"/>
                    </a:cubicBezTo>
                    <a:lnTo>
                      <a:pt x="52718" y="158155"/>
                    </a:lnTo>
                    <a:cubicBezTo>
                      <a:pt x="112027" y="154860"/>
                      <a:pt x="163098" y="116969"/>
                      <a:pt x="184514" y="60956"/>
                    </a:cubicBezTo>
                    <a:lnTo>
                      <a:pt x="184514" y="60956"/>
                    </a:lnTo>
                    <a:cubicBezTo>
                      <a:pt x="184514" y="60956"/>
                      <a:pt x="179572" y="41186"/>
                      <a:pt x="163098" y="0"/>
                    </a:cubicBezTo>
                    <a:cubicBezTo>
                      <a:pt x="128501" y="62603"/>
                      <a:pt x="69193" y="105437"/>
                      <a:pt x="0" y="120264"/>
                    </a:cubicBezTo>
                    <a:close/>
                  </a:path>
                </a:pathLst>
              </a:custGeom>
              <a:gradFill>
                <a:gsLst>
                  <a:gs pos="93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3" name="任意多边形: 形状 72"/>
              <p:cNvSpPr/>
              <p:nvPr/>
            </p:nvSpPr>
            <p:spPr>
              <a:xfrm rot="21376662">
                <a:off x="10105265" y="1968670"/>
                <a:ext cx="163661" cy="150023"/>
              </a:xfrm>
              <a:custGeom>
                <a:avLst/>
                <a:gdLst>
                  <a:gd name="connsiteX0" fmla="*/ 210539 w 197694"/>
                  <a:gd name="connsiteY0" fmla="*/ 36071 h 181219"/>
                  <a:gd name="connsiteX1" fmla="*/ 27671 w 197694"/>
                  <a:gd name="connsiteY1" fmla="*/ 3122 h 181219"/>
                  <a:gd name="connsiteX2" fmla="*/ 4607 w 197694"/>
                  <a:gd name="connsiteY2" fmla="*/ 187637 h 181219"/>
                  <a:gd name="connsiteX3" fmla="*/ 210539 w 197694"/>
                  <a:gd name="connsiteY3" fmla="*/ 36071 h 181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7694" h="181219">
                    <a:moveTo>
                      <a:pt x="210539" y="36071"/>
                    </a:moveTo>
                    <a:cubicBezTo>
                      <a:pt x="111692" y="-14999"/>
                      <a:pt x="27671" y="3122"/>
                      <a:pt x="27671" y="3122"/>
                    </a:cubicBezTo>
                    <a:cubicBezTo>
                      <a:pt x="27671" y="3122"/>
                      <a:pt x="-13515" y="78905"/>
                      <a:pt x="4607" y="187637"/>
                    </a:cubicBezTo>
                    <a:cubicBezTo>
                      <a:pt x="96864" y="179400"/>
                      <a:pt x="175942" y="120091"/>
                      <a:pt x="210539" y="36071"/>
                    </a:cubicBezTo>
                    <a:close/>
                  </a:path>
                </a:pathLst>
              </a:custGeom>
              <a:gradFill>
                <a:gsLst>
                  <a:gs pos="93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4" name="任意多边形: 形状 73"/>
              <p:cNvSpPr/>
              <p:nvPr/>
            </p:nvSpPr>
            <p:spPr>
              <a:xfrm rot="21376662">
                <a:off x="10130191" y="2026219"/>
                <a:ext cx="231853" cy="177300"/>
              </a:xfrm>
              <a:custGeom>
                <a:avLst/>
                <a:gdLst>
                  <a:gd name="connsiteX0" fmla="*/ 0 w 280066"/>
                  <a:gd name="connsiteY0" fmla="*/ 181220 h 214168"/>
                  <a:gd name="connsiteX1" fmla="*/ 19769 w 280066"/>
                  <a:gd name="connsiteY1" fmla="*/ 225701 h 214168"/>
                  <a:gd name="connsiteX2" fmla="*/ 281714 w 280066"/>
                  <a:gd name="connsiteY2" fmla="*/ 32949 h 214168"/>
                  <a:gd name="connsiteX3" fmla="*/ 245470 w 280066"/>
                  <a:gd name="connsiteY3" fmla="*/ 0 h 214168"/>
                  <a:gd name="connsiteX4" fmla="*/ 0 w 280066"/>
                  <a:gd name="connsiteY4" fmla="*/ 181220 h 214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0066" h="214168">
                    <a:moveTo>
                      <a:pt x="0" y="181220"/>
                    </a:moveTo>
                    <a:cubicBezTo>
                      <a:pt x="4942" y="196047"/>
                      <a:pt x="11532" y="210874"/>
                      <a:pt x="19769" y="225701"/>
                    </a:cubicBezTo>
                    <a:cubicBezTo>
                      <a:pt x="131796" y="205931"/>
                      <a:pt x="228996" y="135091"/>
                      <a:pt x="281714" y="32949"/>
                    </a:cubicBezTo>
                    <a:cubicBezTo>
                      <a:pt x="270182" y="21417"/>
                      <a:pt x="258650" y="9885"/>
                      <a:pt x="245470" y="0"/>
                    </a:cubicBezTo>
                    <a:cubicBezTo>
                      <a:pt x="194399" y="93905"/>
                      <a:pt x="105437" y="159803"/>
                      <a:pt x="0" y="181220"/>
                    </a:cubicBezTo>
                    <a:close/>
                  </a:path>
                </a:pathLst>
              </a:custGeom>
              <a:gradFill>
                <a:gsLst>
                  <a:gs pos="93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5" name="任意多边形: 形状 74"/>
              <p:cNvSpPr/>
              <p:nvPr/>
            </p:nvSpPr>
            <p:spPr>
              <a:xfrm rot="21376662">
                <a:off x="10270436" y="2162982"/>
                <a:ext cx="150023" cy="150023"/>
              </a:xfrm>
              <a:custGeom>
                <a:avLst/>
                <a:gdLst>
                  <a:gd name="connsiteX0" fmla="*/ 148574 w 181219"/>
                  <a:gd name="connsiteY0" fmla="*/ 168343 h 181219"/>
                  <a:gd name="connsiteX1" fmla="*/ 18425 w 181219"/>
                  <a:gd name="connsiteY1" fmla="*/ 148574 h 181219"/>
                  <a:gd name="connsiteX2" fmla="*/ 38195 w 181219"/>
                  <a:gd name="connsiteY2" fmla="*/ 18425 h 181219"/>
                  <a:gd name="connsiteX3" fmla="*/ 168343 w 181219"/>
                  <a:gd name="connsiteY3" fmla="*/ 38195 h 181219"/>
                  <a:gd name="connsiteX4" fmla="*/ 148574 w 181219"/>
                  <a:gd name="connsiteY4" fmla="*/ 168343 h 181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219" h="181219">
                    <a:moveTo>
                      <a:pt x="148574" y="168343"/>
                    </a:moveTo>
                    <a:cubicBezTo>
                      <a:pt x="107388" y="199645"/>
                      <a:pt x="48079" y="189760"/>
                      <a:pt x="18425" y="148574"/>
                    </a:cubicBezTo>
                    <a:cubicBezTo>
                      <a:pt x="-12876" y="107388"/>
                      <a:pt x="-2992" y="48079"/>
                      <a:pt x="38195" y="18425"/>
                    </a:cubicBezTo>
                    <a:cubicBezTo>
                      <a:pt x="79381" y="-12876"/>
                      <a:pt x="138689" y="-2992"/>
                      <a:pt x="168343" y="38195"/>
                    </a:cubicBezTo>
                    <a:cubicBezTo>
                      <a:pt x="197997" y="79381"/>
                      <a:pt x="189760" y="138689"/>
                      <a:pt x="148574" y="168343"/>
                    </a:cubicBezTo>
                    <a:close/>
                  </a:path>
                </a:pathLst>
              </a:custGeom>
              <a:gradFill>
                <a:gsLst>
                  <a:gs pos="6195">
                    <a:schemeClr val="accent3"/>
                  </a:gs>
                  <a:gs pos="88000">
                    <a:schemeClr val="accent3">
                      <a:lumMod val="60000"/>
                      <a:lumOff val="40000"/>
                    </a:schemeClr>
                  </a:gs>
                </a:gsLst>
                <a:lin ang="81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6" name="任意多边形: 形状 75"/>
              <p:cNvSpPr/>
              <p:nvPr/>
            </p:nvSpPr>
            <p:spPr>
              <a:xfrm rot="21376662">
                <a:off x="10289200" y="2181954"/>
                <a:ext cx="109107" cy="109107"/>
              </a:xfrm>
              <a:custGeom>
                <a:avLst/>
                <a:gdLst>
                  <a:gd name="connsiteX0" fmla="*/ 127434 w 131796"/>
                  <a:gd name="connsiteY0" fmla="*/ 28587 h 131796"/>
                  <a:gd name="connsiteX1" fmla="*/ 112607 w 131796"/>
                  <a:gd name="connsiteY1" fmla="*/ 127434 h 131796"/>
                  <a:gd name="connsiteX2" fmla="*/ 13760 w 131796"/>
                  <a:gd name="connsiteY2" fmla="*/ 112607 h 131796"/>
                  <a:gd name="connsiteX3" fmla="*/ 28587 w 131796"/>
                  <a:gd name="connsiteY3" fmla="*/ 13760 h 131796"/>
                  <a:gd name="connsiteX4" fmla="*/ 127434 w 131796"/>
                  <a:gd name="connsiteY4" fmla="*/ 28587 h 131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1796" h="131796">
                    <a:moveTo>
                      <a:pt x="127434" y="28587"/>
                    </a:moveTo>
                    <a:cubicBezTo>
                      <a:pt x="150498" y="59889"/>
                      <a:pt x="143909" y="104370"/>
                      <a:pt x="112607" y="127434"/>
                    </a:cubicBezTo>
                    <a:cubicBezTo>
                      <a:pt x="81305" y="150498"/>
                      <a:pt x="36824" y="143909"/>
                      <a:pt x="13760" y="112607"/>
                    </a:cubicBezTo>
                    <a:cubicBezTo>
                      <a:pt x="-9304" y="81305"/>
                      <a:pt x="-2715" y="36824"/>
                      <a:pt x="28587" y="13760"/>
                    </a:cubicBezTo>
                    <a:cubicBezTo>
                      <a:pt x="59889" y="-9304"/>
                      <a:pt x="104370" y="-2715"/>
                      <a:pt x="127434" y="28587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7" name="任意多边形: 形状 76"/>
              <p:cNvSpPr/>
              <p:nvPr/>
            </p:nvSpPr>
            <p:spPr>
              <a:xfrm rot="21376662">
                <a:off x="10391410" y="2304209"/>
                <a:ext cx="122746" cy="122746"/>
              </a:xfrm>
              <a:custGeom>
                <a:avLst/>
                <a:gdLst>
                  <a:gd name="connsiteX0" fmla="*/ 118158 w 148270"/>
                  <a:gd name="connsiteY0" fmla="*/ 134632 h 148270"/>
                  <a:gd name="connsiteX1" fmla="*/ 14369 w 148270"/>
                  <a:gd name="connsiteY1" fmla="*/ 118158 h 148270"/>
                  <a:gd name="connsiteX2" fmla="*/ 30843 w 148270"/>
                  <a:gd name="connsiteY2" fmla="*/ 14369 h 148270"/>
                  <a:gd name="connsiteX3" fmla="*/ 134632 w 148270"/>
                  <a:gd name="connsiteY3" fmla="*/ 30843 h 148270"/>
                  <a:gd name="connsiteX4" fmla="*/ 118158 w 148270"/>
                  <a:gd name="connsiteY4" fmla="*/ 134632 h 148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8270" h="148270">
                    <a:moveTo>
                      <a:pt x="118158" y="134632"/>
                    </a:moveTo>
                    <a:cubicBezTo>
                      <a:pt x="85209" y="159344"/>
                      <a:pt x="39080" y="151107"/>
                      <a:pt x="14369" y="118158"/>
                    </a:cubicBezTo>
                    <a:cubicBezTo>
                      <a:pt x="-10343" y="85209"/>
                      <a:pt x="-2106" y="39080"/>
                      <a:pt x="30843" y="14369"/>
                    </a:cubicBezTo>
                    <a:cubicBezTo>
                      <a:pt x="63792" y="-10343"/>
                      <a:pt x="109921" y="-2106"/>
                      <a:pt x="134632" y="30843"/>
                    </a:cubicBezTo>
                    <a:cubicBezTo>
                      <a:pt x="157697" y="63792"/>
                      <a:pt x="151107" y="109921"/>
                      <a:pt x="118158" y="134632"/>
                    </a:cubicBezTo>
                    <a:close/>
                  </a:path>
                </a:pathLst>
              </a:custGeom>
              <a:gradFill>
                <a:gsLst>
                  <a:gs pos="6195">
                    <a:schemeClr val="accent3"/>
                  </a:gs>
                  <a:gs pos="88000">
                    <a:schemeClr val="accent3">
                      <a:lumMod val="60000"/>
                      <a:lumOff val="40000"/>
                    </a:schemeClr>
                  </a:gs>
                </a:gsLst>
                <a:lin ang="81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8" name="任意多边形: 形状 77"/>
              <p:cNvSpPr/>
              <p:nvPr/>
            </p:nvSpPr>
            <p:spPr>
              <a:xfrm rot="21376662">
                <a:off x="10407116" y="2320495"/>
                <a:ext cx="81830" cy="81830"/>
              </a:xfrm>
              <a:custGeom>
                <a:avLst/>
                <a:gdLst>
                  <a:gd name="connsiteX0" fmla="*/ 112027 w 98847"/>
                  <a:gd name="connsiteY0" fmla="*/ 56013 h 98847"/>
                  <a:gd name="connsiteX1" fmla="*/ 56013 w 98847"/>
                  <a:gd name="connsiteY1" fmla="*/ 112027 h 98847"/>
                  <a:gd name="connsiteX2" fmla="*/ 0 w 98847"/>
                  <a:gd name="connsiteY2" fmla="*/ 56013 h 98847"/>
                  <a:gd name="connsiteX3" fmla="*/ 56013 w 98847"/>
                  <a:gd name="connsiteY3" fmla="*/ 0 h 98847"/>
                  <a:gd name="connsiteX4" fmla="*/ 112027 w 98847"/>
                  <a:gd name="connsiteY4" fmla="*/ 56013 h 9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847" h="98847">
                    <a:moveTo>
                      <a:pt x="112027" y="56013"/>
                    </a:moveTo>
                    <a:cubicBezTo>
                      <a:pt x="112027" y="86949"/>
                      <a:pt x="86949" y="112027"/>
                      <a:pt x="56013" y="112027"/>
                    </a:cubicBezTo>
                    <a:cubicBezTo>
                      <a:pt x="25078" y="112027"/>
                      <a:pt x="0" y="86949"/>
                      <a:pt x="0" y="56013"/>
                    </a:cubicBezTo>
                    <a:cubicBezTo>
                      <a:pt x="0" y="25078"/>
                      <a:pt x="25078" y="0"/>
                      <a:pt x="56013" y="0"/>
                    </a:cubicBezTo>
                    <a:cubicBezTo>
                      <a:pt x="86949" y="0"/>
                      <a:pt x="112027" y="25078"/>
                      <a:pt x="112027" y="56013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8696617" y="734862"/>
              <a:ext cx="998833" cy="998833"/>
              <a:chOff x="8696617" y="734862"/>
              <a:chExt cx="998833" cy="998833"/>
            </a:xfrm>
            <a:effectLst>
              <a:glow rad="101600">
                <a:schemeClr val="accent2">
                  <a:lumMod val="60000"/>
                  <a:lumOff val="40000"/>
                  <a:alpha val="28000"/>
                </a:schemeClr>
              </a:glow>
            </a:effectLst>
          </p:grpSpPr>
          <p:sp>
            <p:nvSpPr>
              <p:cNvPr id="41" name="任意多边形: 形状 40"/>
              <p:cNvSpPr/>
              <p:nvPr/>
            </p:nvSpPr>
            <p:spPr>
              <a:xfrm>
                <a:off x="8696617" y="734862"/>
                <a:ext cx="998833" cy="998833"/>
              </a:xfrm>
              <a:custGeom>
                <a:avLst/>
                <a:gdLst>
                  <a:gd name="connsiteX0" fmla="*/ 781050 w 781050"/>
                  <a:gd name="connsiteY0" fmla="*/ 390525 h 781050"/>
                  <a:gd name="connsiteX1" fmla="*/ 390525 w 781050"/>
                  <a:gd name="connsiteY1" fmla="*/ 781050 h 781050"/>
                  <a:gd name="connsiteX2" fmla="*/ 0 w 781050"/>
                  <a:gd name="connsiteY2" fmla="*/ 390525 h 781050"/>
                  <a:gd name="connsiteX3" fmla="*/ 390525 w 781050"/>
                  <a:gd name="connsiteY3" fmla="*/ 0 h 781050"/>
                  <a:gd name="connsiteX4" fmla="*/ 781050 w 781050"/>
                  <a:gd name="connsiteY4" fmla="*/ 390525 h 781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1050" h="781050">
                    <a:moveTo>
                      <a:pt x="781050" y="390525"/>
                    </a:moveTo>
                    <a:cubicBezTo>
                      <a:pt x="781050" y="606206"/>
                      <a:pt x="606206" y="781050"/>
                      <a:pt x="390525" y="781050"/>
                    </a:cubicBezTo>
                    <a:cubicBezTo>
                      <a:pt x="174844" y="781050"/>
                      <a:pt x="0" y="606206"/>
                      <a:pt x="0" y="390525"/>
                    </a:cubicBezTo>
                    <a:cubicBezTo>
                      <a:pt x="0" y="174844"/>
                      <a:pt x="174844" y="0"/>
                      <a:pt x="390525" y="0"/>
                    </a:cubicBezTo>
                    <a:cubicBezTo>
                      <a:pt x="606206" y="0"/>
                      <a:pt x="781050" y="174844"/>
                      <a:pt x="781050" y="390525"/>
                    </a:cubicBezTo>
                    <a:close/>
                  </a:path>
                </a:pathLst>
              </a:custGeom>
              <a:gradFill flip="none" rotWithShape="1">
                <a:gsLst>
                  <a:gs pos="95000">
                    <a:schemeClr val="accent3">
                      <a:lumMod val="50000"/>
                    </a:schemeClr>
                  </a:gs>
                  <a:gs pos="0">
                    <a:schemeClr val="accent3"/>
                  </a:gs>
                </a:gsLst>
                <a:lin ang="8100000" scaled="1"/>
                <a:tileRect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" name="任意多边形: 形状 41"/>
              <p:cNvSpPr/>
              <p:nvPr/>
            </p:nvSpPr>
            <p:spPr>
              <a:xfrm>
                <a:off x="8978639" y="734862"/>
                <a:ext cx="706492" cy="767396"/>
              </a:xfrm>
              <a:custGeom>
                <a:avLst/>
                <a:gdLst>
                  <a:gd name="connsiteX0" fmla="*/ 493844 w 552450"/>
                  <a:gd name="connsiteY0" fmla="*/ 606743 h 600075"/>
                  <a:gd name="connsiteX1" fmla="*/ 559566 w 552450"/>
                  <a:gd name="connsiteY1" fmla="*/ 390525 h 600075"/>
                  <a:gd name="connsiteX2" fmla="*/ 169041 w 552450"/>
                  <a:gd name="connsiteY2" fmla="*/ 0 h 600075"/>
                  <a:gd name="connsiteX3" fmla="*/ 58551 w 552450"/>
                  <a:gd name="connsiteY3" fmla="*/ 16193 h 600075"/>
                  <a:gd name="connsiteX4" fmla="*/ 21404 w 552450"/>
                  <a:gd name="connsiteY4" fmla="*/ 368618 h 600075"/>
                  <a:gd name="connsiteX5" fmla="*/ 324299 w 552450"/>
                  <a:gd name="connsiteY5" fmla="*/ 555308 h 600075"/>
                  <a:gd name="connsiteX6" fmla="*/ 493844 w 552450"/>
                  <a:gd name="connsiteY6" fmla="*/ 606743 h 600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2450" h="600075">
                    <a:moveTo>
                      <a:pt x="493844" y="606743"/>
                    </a:moveTo>
                    <a:cubicBezTo>
                      <a:pt x="535754" y="544830"/>
                      <a:pt x="559566" y="470535"/>
                      <a:pt x="559566" y="390525"/>
                    </a:cubicBezTo>
                    <a:cubicBezTo>
                      <a:pt x="559566" y="175260"/>
                      <a:pt x="385259" y="0"/>
                      <a:pt x="169041" y="0"/>
                    </a:cubicBezTo>
                    <a:cubicBezTo>
                      <a:pt x="130941" y="0"/>
                      <a:pt x="93794" y="5715"/>
                      <a:pt x="58551" y="16193"/>
                    </a:cubicBezTo>
                    <a:cubicBezTo>
                      <a:pt x="-5266" y="118110"/>
                      <a:pt x="-15744" y="262890"/>
                      <a:pt x="21404" y="368618"/>
                    </a:cubicBezTo>
                    <a:cubicBezTo>
                      <a:pt x="69029" y="501968"/>
                      <a:pt x="198569" y="533400"/>
                      <a:pt x="324299" y="555308"/>
                    </a:cubicBezTo>
                    <a:cubicBezTo>
                      <a:pt x="381449" y="565785"/>
                      <a:pt x="442409" y="578168"/>
                      <a:pt x="493844" y="60674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>
                      <a:lumMod val="75000"/>
                    </a:schemeClr>
                  </a:gs>
                  <a:gs pos="47000">
                    <a:schemeClr val="accent3"/>
                  </a:gs>
                </a:gsLst>
                <a:lin ang="81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/>
            </p:nvSpPr>
            <p:spPr>
              <a:xfrm>
                <a:off x="9171829" y="739734"/>
                <a:ext cx="511597" cy="584683"/>
              </a:xfrm>
              <a:custGeom>
                <a:avLst/>
                <a:gdLst>
                  <a:gd name="connsiteX0" fmla="*/ 70362 w 400050"/>
                  <a:gd name="connsiteY0" fmla="*/ 0 h 457200"/>
                  <a:gd name="connsiteX1" fmla="*/ 42739 w 400050"/>
                  <a:gd name="connsiteY1" fmla="*/ 29528 h 457200"/>
                  <a:gd name="connsiteX2" fmla="*/ 6544 w 400050"/>
                  <a:gd name="connsiteY2" fmla="*/ 191453 h 457200"/>
                  <a:gd name="connsiteX3" fmla="*/ 169422 w 400050"/>
                  <a:gd name="connsiteY3" fmla="*/ 327660 h 457200"/>
                  <a:gd name="connsiteX4" fmla="*/ 364684 w 400050"/>
                  <a:gd name="connsiteY4" fmla="*/ 422910 h 457200"/>
                  <a:gd name="connsiteX5" fmla="*/ 400879 w 400050"/>
                  <a:gd name="connsiteY5" fmla="*/ 464820 h 457200"/>
                  <a:gd name="connsiteX6" fmla="*/ 408499 w 400050"/>
                  <a:gd name="connsiteY6" fmla="*/ 386715 h 457200"/>
                  <a:gd name="connsiteX7" fmla="*/ 70362 w 400050"/>
                  <a:gd name="connsiteY7" fmla="*/ 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00050" h="457200">
                    <a:moveTo>
                      <a:pt x="70362" y="0"/>
                    </a:moveTo>
                    <a:cubicBezTo>
                      <a:pt x="60837" y="9525"/>
                      <a:pt x="51312" y="19050"/>
                      <a:pt x="42739" y="29528"/>
                    </a:cubicBezTo>
                    <a:cubicBezTo>
                      <a:pt x="7497" y="74295"/>
                      <a:pt x="-10601" y="136208"/>
                      <a:pt x="6544" y="191453"/>
                    </a:cubicBezTo>
                    <a:cubicBezTo>
                      <a:pt x="29404" y="260985"/>
                      <a:pt x="100842" y="301943"/>
                      <a:pt x="169422" y="327660"/>
                    </a:cubicBezTo>
                    <a:cubicBezTo>
                      <a:pt x="238002" y="353378"/>
                      <a:pt x="312297" y="372428"/>
                      <a:pt x="364684" y="422910"/>
                    </a:cubicBezTo>
                    <a:cubicBezTo>
                      <a:pt x="378019" y="435293"/>
                      <a:pt x="389449" y="450533"/>
                      <a:pt x="400879" y="464820"/>
                    </a:cubicBezTo>
                    <a:cubicBezTo>
                      <a:pt x="405642" y="439103"/>
                      <a:pt x="408499" y="413385"/>
                      <a:pt x="408499" y="386715"/>
                    </a:cubicBezTo>
                    <a:cubicBezTo>
                      <a:pt x="408499" y="188595"/>
                      <a:pt x="260862" y="24765"/>
                      <a:pt x="70362" y="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  <a:alpha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9348295" y="1402375"/>
                <a:ext cx="158352" cy="158352"/>
              </a:xfrm>
              <a:custGeom>
                <a:avLst/>
                <a:gdLst>
                  <a:gd name="connsiteX0" fmla="*/ 127635 w 123825"/>
                  <a:gd name="connsiteY0" fmla="*/ 63818 h 123825"/>
                  <a:gd name="connsiteX1" fmla="*/ 63818 w 123825"/>
                  <a:gd name="connsiteY1" fmla="*/ 127635 h 123825"/>
                  <a:gd name="connsiteX2" fmla="*/ 0 w 123825"/>
                  <a:gd name="connsiteY2" fmla="*/ 63817 h 123825"/>
                  <a:gd name="connsiteX3" fmla="*/ 63818 w 123825"/>
                  <a:gd name="connsiteY3" fmla="*/ 0 h 123825"/>
                  <a:gd name="connsiteX4" fmla="*/ 127635 w 123825"/>
                  <a:gd name="connsiteY4" fmla="*/ 63818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7635" y="63818"/>
                    </a:moveTo>
                    <a:cubicBezTo>
                      <a:pt x="127635" y="99063"/>
                      <a:pt x="99063" y="127635"/>
                      <a:pt x="63818" y="127635"/>
                    </a:cubicBezTo>
                    <a:cubicBezTo>
                      <a:pt x="28572" y="127635"/>
                      <a:pt x="0" y="99063"/>
                      <a:pt x="0" y="63817"/>
                    </a:cubicBezTo>
                    <a:cubicBezTo>
                      <a:pt x="0" y="28572"/>
                      <a:pt x="28572" y="0"/>
                      <a:pt x="63818" y="0"/>
                    </a:cubicBezTo>
                    <a:cubicBezTo>
                      <a:pt x="99063" y="0"/>
                      <a:pt x="127635" y="28572"/>
                      <a:pt x="127635" y="63818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>
                      <a:lumMod val="75000"/>
                    </a:schemeClr>
                  </a:gs>
                  <a:gs pos="0">
                    <a:schemeClr val="accent3">
                      <a:lumMod val="50000"/>
                    </a:schemeClr>
                  </a:gs>
                </a:gsLst>
                <a:lin ang="81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9348295" y="1471806"/>
                <a:ext cx="158352" cy="85266"/>
              </a:xfrm>
              <a:custGeom>
                <a:avLst/>
                <a:gdLst>
                  <a:gd name="connsiteX0" fmla="*/ 63818 w 123825"/>
                  <a:gd name="connsiteY0" fmla="*/ 54292 h 66675"/>
                  <a:gd name="connsiteX1" fmla="*/ 952 w 123825"/>
                  <a:gd name="connsiteY1" fmla="*/ 0 h 66675"/>
                  <a:gd name="connsiteX2" fmla="*/ 0 w 123825"/>
                  <a:gd name="connsiteY2" fmla="*/ 9525 h 66675"/>
                  <a:gd name="connsiteX3" fmla="*/ 63818 w 123825"/>
                  <a:gd name="connsiteY3" fmla="*/ 73342 h 66675"/>
                  <a:gd name="connsiteX4" fmla="*/ 127635 w 123825"/>
                  <a:gd name="connsiteY4" fmla="*/ 9525 h 66675"/>
                  <a:gd name="connsiteX5" fmla="*/ 126683 w 123825"/>
                  <a:gd name="connsiteY5" fmla="*/ 0 h 66675"/>
                  <a:gd name="connsiteX6" fmla="*/ 63818 w 123825"/>
                  <a:gd name="connsiteY6" fmla="*/ 54292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66675">
                    <a:moveTo>
                      <a:pt x="63818" y="54292"/>
                    </a:moveTo>
                    <a:cubicBezTo>
                      <a:pt x="31432" y="54292"/>
                      <a:pt x="5715" y="30480"/>
                      <a:pt x="952" y="0"/>
                    </a:cubicBezTo>
                    <a:cubicBezTo>
                      <a:pt x="952" y="2857"/>
                      <a:pt x="0" y="6668"/>
                      <a:pt x="0" y="9525"/>
                    </a:cubicBezTo>
                    <a:cubicBezTo>
                      <a:pt x="0" y="44767"/>
                      <a:pt x="28575" y="73342"/>
                      <a:pt x="63818" y="73342"/>
                    </a:cubicBezTo>
                    <a:cubicBezTo>
                      <a:pt x="99060" y="73342"/>
                      <a:pt x="127635" y="44767"/>
                      <a:pt x="127635" y="9525"/>
                    </a:cubicBezTo>
                    <a:cubicBezTo>
                      <a:pt x="127635" y="6668"/>
                      <a:pt x="127635" y="2857"/>
                      <a:pt x="126683" y="0"/>
                    </a:cubicBezTo>
                    <a:cubicBezTo>
                      <a:pt x="121920" y="30480"/>
                      <a:pt x="96202" y="54292"/>
                      <a:pt x="63818" y="54292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8871128" y="1351539"/>
                <a:ext cx="121809" cy="121809"/>
              </a:xfrm>
              <a:custGeom>
                <a:avLst/>
                <a:gdLst>
                  <a:gd name="connsiteX0" fmla="*/ 86424 w 95250"/>
                  <a:gd name="connsiteY0" fmla="*/ 79757 h 95250"/>
                  <a:gd name="connsiteX1" fmla="*/ 17844 w 95250"/>
                  <a:gd name="connsiteY1" fmla="*/ 86424 h 95250"/>
                  <a:gd name="connsiteX2" fmla="*/ 11177 w 95250"/>
                  <a:gd name="connsiteY2" fmla="*/ 17844 h 95250"/>
                  <a:gd name="connsiteX3" fmla="*/ 79757 w 95250"/>
                  <a:gd name="connsiteY3" fmla="*/ 11177 h 95250"/>
                  <a:gd name="connsiteX4" fmla="*/ 86424 w 95250"/>
                  <a:gd name="connsiteY4" fmla="*/ 79757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86424" y="79757"/>
                    </a:moveTo>
                    <a:cubicBezTo>
                      <a:pt x="69279" y="100712"/>
                      <a:pt x="38799" y="103569"/>
                      <a:pt x="17844" y="86424"/>
                    </a:cubicBezTo>
                    <a:cubicBezTo>
                      <a:pt x="-3111" y="69279"/>
                      <a:pt x="-5968" y="38799"/>
                      <a:pt x="11177" y="17844"/>
                    </a:cubicBezTo>
                    <a:cubicBezTo>
                      <a:pt x="28322" y="-3111"/>
                      <a:pt x="58802" y="-5968"/>
                      <a:pt x="79757" y="11177"/>
                    </a:cubicBezTo>
                    <a:cubicBezTo>
                      <a:pt x="100712" y="28322"/>
                      <a:pt x="103569" y="58802"/>
                      <a:pt x="86424" y="79757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任意多边形: 形状 46"/>
              <p:cNvSpPr/>
              <p:nvPr/>
            </p:nvSpPr>
            <p:spPr>
              <a:xfrm>
                <a:off x="8871518" y="1369486"/>
                <a:ext cx="109628" cy="97447"/>
              </a:xfrm>
              <a:custGeom>
                <a:avLst/>
                <a:gdLst>
                  <a:gd name="connsiteX0" fmla="*/ 27064 w 85725"/>
                  <a:gd name="connsiteY0" fmla="*/ 61913 h 76200"/>
                  <a:gd name="connsiteX1" fmla="*/ 15634 w 85725"/>
                  <a:gd name="connsiteY1" fmla="*/ 0 h 76200"/>
                  <a:gd name="connsiteX2" fmla="*/ 10872 w 85725"/>
                  <a:gd name="connsiteY2" fmla="*/ 4763 h 76200"/>
                  <a:gd name="connsiteX3" fmla="*/ 17539 w 85725"/>
                  <a:gd name="connsiteY3" fmla="*/ 73343 h 76200"/>
                  <a:gd name="connsiteX4" fmla="*/ 86119 w 85725"/>
                  <a:gd name="connsiteY4" fmla="*/ 66675 h 76200"/>
                  <a:gd name="connsiteX5" fmla="*/ 89929 w 85725"/>
                  <a:gd name="connsiteY5" fmla="*/ 60960 h 76200"/>
                  <a:gd name="connsiteX6" fmla="*/ 27064 w 85725"/>
                  <a:gd name="connsiteY6" fmla="*/ 61913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25" h="76200">
                    <a:moveTo>
                      <a:pt x="27064" y="61913"/>
                    </a:moveTo>
                    <a:cubicBezTo>
                      <a:pt x="8014" y="46673"/>
                      <a:pt x="4204" y="20003"/>
                      <a:pt x="15634" y="0"/>
                    </a:cubicBezTo>
                    <a:cubicBezTo>
                      <a:pt x="13729" y="1905"/>
                      <a:pt x="11824" y="3810"/>
                      <a:pt x="10872" y="4763"/>
                    </a:cubicBezTo>
                    <a:cubicBezTo>
                      <a:pt x="-6273" y="25718"/>
                      <a:pt x="-2463" y="56198"/>
                      <a:pt x="17539" y="73343"/>
                    </a:cubicBezTo>
                    <a:cubicBezTo>
                      <a:pt x="38494" y="90488"/>
                      <a:pt x="68974" y="86678"/>
                      <a:pt x="86119" y="66675"/>
                    </a:cubicBezTo>
                    <a:cubicBezTo>
                      <a:pt x="88024" y="64770"/>
                      <a:pt x="88977" y="62865"/>
                      <a:pt x="89929" y="60960"/>
                    </a:cubicBezTo>
                    <a:cubicBezTo>
                      <a:pt x="72784" y="76200"/>
                      <a:pt x="46114" y="77153"/>
                      <a:pt x="27064" y="61913"/>
                    </a:cubicBezTo>
                    <a:close/>
                  </a:path>
                </a:pathLst>
              </a:custGeom>
              <a:solidFill>
                <a:srgbClr val="200A2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8825837" y="1040704"/>
                <a:ext cx="85266" cy="85266"/>
              </a:xfrm>
              <a:custGeom>
                <a:avLst/>
                <a:gdLst>
                  <a:gd name="connsiteX0" fmla="*/ 49450 w 66675"/>
                  <a:gd name="connsiteY0" fmla="*/ 64690 h 66675"/>
                  <a:gd name="connsiteX1" fmla="*/ 3730 w 66675"/>
                  <a:gd name="connsiteY1" fmla="*/ 49450 h 66675"/>
                  <a:gd name="connsiteX2" fmla="*/ 18970 w 66675"/>
                  <a:gd name="connsiteY2" fmla="*/ 3730 h 66675"/>
                  <a:gd name="connsiteX3" fmla="*/ 64690 w 66675"/>
                  <a:gd name="connsiteY3" fmla="*/ 18970 h 66675"/>
                  <a:gd name="connsiteX4" fmla="*/ 49450 w 66675"/>
                  <a:gd name="connsiteY4" fmla="*/ 6469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49450" y="64690"/>
                    </a:moveTo>
                    <a:cubicBezTo>
                      <a:pt x="32305" y="73263"/>
                      <a:pt x="12303" y="66595"/>
                      <a:pt x="3730" y="49450"/>
                    </a:cubicBezTo>
                    <a:cubicBezTo>
                      <a:pt x="-4842" y="32305"/>
                      <a:pt x="1825" y="12303"/>
                      <a:pt x="18970" y="3730"/>
                    </a:cubicBezTo>
                    <a:cubicBezTo>
                      <a:pt x="36115" y="-4842"/>
                      <a:pt x="56118" y="1825"/>
                      <a:pt x="64690" y="18970"/>
                    </a:cubicBezTo>
                    <a:cubicBezTo>
                      <a:pt x="73263" y="36115"/>
                      <a:pt x="65643" y="56118"/>
                      <a:pt x="49450" y="64690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任意多边形: 形状 48"/>
              <p:cNvSpPr/>
              <p:nvPr/>
            </p:nvSpPr>
            <p:spPr>
              <a:xfrm>
                <a:off x="8824618" y="1043038"/>
                <a:ext cx="60904" cy="73085"/>
              </a:xfrm>
              <a:custGeom>
                <a:avLst/>
                <a:gdLst>
                  <a:gd name="connsiteX0" fmla="*/ 13255 w 47625"/>
                  <a:gd name="connsiteY0" fmla="*/ 42863 h 57150"/>
                  <a:gd name="connsiteX1" fmla="*/ 23733 w 47625"/>
                  <a:gd name="connsiteY1" fmla="*/ 0 h 57150"/>
                  <a:gd name="connsiteX2" fmla="*/ 18970 w 47625"/>
                  <a:gd name="connsiteY2" fmla="*/ 1905 h 57150"/>
                  <a:gd name="connsiteX3" fmla="*/ 3730 w 47625"/>
                  <a:gd name="connsiteY3" fmla="*/ 47625 h 57150"/>
                  <a:gd name="connsiteX4" fmla="*/ 49450 w 47625"/>
                  <a:gd name="connsiteY4" fmla="*/ 62865 h 57150"/>
                  <a:gd name="connsiteX5" fmla="*/ 54213 w 47625"/>
                  <a:gd name="connsiteY5" fmla="*/ 60008 h 57150"/>
                  <a:gd name="connsiteX6" fmla="*/ 13255 w 47625"/>
                  <a:gd name="connsiteY6" fmla="*/ 42863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625" h="57150">
                    <a:moveTo>
                      <a:pt x="13255" y="42863"/>
                    </a:moveTo>
                    <a:cubicBezTo>
                      <a:pt x="5635" y="27623"/>
                      <a:pt x="10398" y="9525"/>
                      <a:pt x="23733" y="0"/>
                    </a:cubicBezTo>
                    <a:cubicBezTo>
                      <a:pt x="21828" y="953"/>
                      <a:pt x="20875" y="953"/>
                      <a:pt x="18970" y="1905"/>
                    </a:cubicBezTo>
                    <a:cubicBezTo>
                      <a:pt x="1825" y="10478"/>
                      <a:pt x="-4842" y="30480"/>
                      <a:pt x="3730" y="47625"/>
                    </a:cubicBezTo>
                    <a:cubicBezTo>
                      <a:pt x="12303" y="64770"/>
                      <a:pt x="32305" y="71438"/>
                      <a:pt x="49450" y="62865"/>
                    </a:cubicBezTo>
                    <a:cubicBezTo>
                      <a:pt x="51355" y="61913"/>
                      <a:pt x="52308" y="60960"/>
                      <a:pt x="54213" y="60008"/>
                    </a:cubicBezTo>
                    <a:cubicBezTo>
                      <a:pt x="38973" y="65723"/>
                      <a:pt x="20875" y="59055"/>
                      <a:pt x="13255" y="42863"/>
                    </a:cubicBezTo>
                    <a:close/>
                  </a:path>
                </a:pathLst>
              </a:custGeom>
              <a:solidFill>
                <a:srgbClr val="200A2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" name="任意多边形: 形状 49"/>
              <p:cNvSpPr/>
              <p:nvPr/>
            </p:nvSpPr>
            <p:spPr>
              <a:xfrm>
                <a:off x="9394516" y="910200"/>
                <a:ext cx="60904" cy="60904"/>
              </a:xfrm>
              <a:custGeom>
                <a:avLst/>
                <a:gdLst>
                  <a:gd name="connsiteX0" fmla="*/ 52 w 47625"/>
                  <a:gd name="connsiteY0" fmla="*/ 26722 h 47625"/>
                  <a:gd name="connsiteX1" fmla="*/ 28627 w 47625"/>
                  <a:gd name="connsiteY1" fmla="*/ 52 h 47625"/>
                  <a:gd name="connsiteX2" fmla="*/ 55297 w 47625"/>
                  <a:gd name="connsiteY2" fmla="*/ 28627 h 47625"/>
                  <a:gd name="connsiteX3" fmla="*/ 26722 w 47625"/>
                  <a:gd name="connsiteY3" fmla="*/ 55297 h 47625"/>
                  <a:gd name="connsiteX4" fmla="*/ 52 w 47625"/>
                  <a:gd name="connsiteY4" fmla="*/ 2672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52" y="26722"/>
                    </a:moveTo>
                    <a:cubicBezTo>
                      <a:pt x="1004" y="11482"/>
                      <a:pt x="13387" y="-901"/>
                      <a:pt x="28627" y="52"/>
                    </a:cubicBezTo>
                    <a:cubicBezTo>
                      <a:pt x="43867" y="1004"/>
                      <a:pt x="56249" y="13387"/>
                      <a:pt x="55297" y="28627"/>
                    </a:cubicBezTo>
                    <a:cubicBezTo>
                      <a:pt x="54344" y="43867"/>
                      <a:pt x="41962" y="56249"/>
                      <a:pt x="26722" y="55297"/>
                    </a:cubicBezTo>
                    <a:cubicBezTo>
                      <a:pt x="11482" y="54344"/>
                      <a:pt x="-901" y="41962"/>
                      <a:pt x="52" y="2672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>
                      <a:lumMod val="75000"/>
                    </a:schemeClr>
                  </a:gs>
                  <a:gs pos="0">
                    <a:schemeClr val="accent3">
                      <a:lumMod val="50000"/>
                    </a:schemeClr>
                  </a:gs>
                </a:gsLst>
                <a:lin ang="81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9394581" y="910200"/>
                <a:ext cx="60904" cy="36543"/>
              </a:xfrm>
              <a:custGeom>
                <a:avLst/>
                <a:gdLst>
                  <a:gd name="connsiteX0" fmla="*/ 28575 w 47625"/>
                  <a:gd name="connsiteY0" fmla="*/ 7672 h 28575"/>
                  <a:gd name="connsiteX1" fmla="*/ 55245 w 47625"/>
                  <a:gd name="connsiteY1" fmla="*/ 32437 h 28575"/>
                  <a:gd name="connsiteX2" fmla="*/ 55245 w 47625"/>
                  <a:gd name="connsiteY2" fmla="*/ 28627 h 28575"/>
                  <a:gd name="connsiteX3" fmla="*/ 28575 w 47625"/>
                  <a:gd name="connsiteY3" fmla="*/ 52 h 28575"/>
                  <a:gd name="connsiteX4" fmla="*/ 0 w 47625"/>
                  <a:gd name="connsiteY4" fmla="*/ 26722 h 28575"/>
                  <a:gd name="connsiteX5" fmla="*/ 0 w 47625"/>
                  <a:gd name="connsiteY5" fmla="*/ 30532 h 28575"/>
                  <a:gd name="connsiteX6" fmla="*/ 28575 w 47625"/>
                  <a:gd name="connsiteY6" fmla="*/ 7672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625" h="28575">
                    <a:moveTo>
                      <a:pt x="28575" y="7672"/>
                    </a:moveTo>
                    <a:cubicBezTo>
                      <a:pt x="42863" y="8624"/>
                      <a:pt x="53340" y="19102"/>
                      <a:pt x="55245" y="32437"/>
                    </a:cubicBezTo>
                    <a:cubicBezTo>
                      <a:pt x="55245" y="31484"/>
                      <a:pt x="55245" y="29579"/>
                      <a:pt x="55245" y="28627"/>
                    </a:cubicBezTo>
                    <a:cubicBezTo>
                      <a:pt x="56198" y="13387"/>
                      <a:pt x="43815" y="52"/>
                      <a:pt x="28575" y="52"/>
                    </a:cubicBezTo>
                    <a:cubicBezTo>
                      <a:pt x="13335" y="-901"/>
                      <a:pt x="0" y="11482"/>
                      <a:pt x="0" y="26722"/>
                    </a:cubicBezTo>
                    <a:cubicBezTo>
                      <a:pt x="0" y="27674"/>
                      <a:pt x="0" y="29579"/>
                      <a:pt x="0" y="30532"/>
                    </a:cubicBezTo>
                    <a:cubicBezTo>
                      <a:pt x="2857" y="17197"/>
                      <a:pt x="14288" y="7672"/>
                      <a:pt x="28575" y="7672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9136569" y="1537805"/>
                <a:ext cx="60904" cy="60904"/>
              </a:xfrm>
              <a:custGeom>
                <a:avLst/>
                <a:gdLst>
                  <a:gd name="connsiteX0" fmla="*/ 52214 w 47625"/>
                  <a:gd name="connsiteY0" fmla="*/ 14114 h 47625"/>
                  <a:gd name="connsiteX1" fmla="*/ 41737 w 47625"/>
                  <a:gd name="connsiteY1" fmla="*/ 52214 h 47625"/>
                  <a:gd name="connsiteX2" fmla="*/ 3637 w 47625"/>
                  <a:gd name="connsiteY2" fmla="*/ 41737 h 47625"/>
                  <a:gd name="connsiteX3" fmla="*/ 14114 w 47625"/>
                  <a:gd name="connsiteY3" fmla="*/ 3637 h 47625"/>
                  <a:gd name="connsiteX4" fmla="*/ 52214 w 47625"/>
                  <a:gd name="connsiteY4" fmla="*/ 14114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52214" y="14114"/>
                    </a:moveTo>
                    <a:cubicBezTo>
                      <a:pt x="59834" y="27449"/>
                      <a:pt x="55072" y="44594"/>
                      <a:pt x="41737" y="52214"/>
                    </a:cubicBezTo>
                    <a:cubicBezTo>
                      <a:pt x="28402" y="59834"/>
                      <a:pt x="11257" y="55072"/>
                      <a:pt x="3637" y="41737"/>
                    </a:cubicBezTo>
                    <a:cubicBezTo>
                      <a:pt x="-3983" y="28402"/>
                      <a:pt x="779" y="11257"/>
                      <a:pt x="14114" y="3637"/>
                    </a:cubicBezTo>
                    <a:cubicBezTo>
                      <a:pt x="27449" y="-3983"/>
                      <a:pt x="44594" y="779"/>
                      <a:pt x="52214" y="14114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任意多边形: 形状 52"/>
              <p:cNvSpPr/>
              <p:nvPr/>
            </p:nvSpPr>
            <p:spPr>
              <a:xfrm>
                <a:off x="9140001" y="1550982"/>
                <a:ext cx="60904" cy="48724"/>
              </a:xfrm>
              <a:custGeom>
                <a:avLst/>
                <a:gdLst>
                  <a:gd name="connsiteX0" fmla="*/ 35242 w 47625"/>
                  <a:gd name="connsiteY0" fmla="*/ 34290 h 38100"/>
                  <a:gd name="connsiteX1" fmla="*/ 0 w 47625"/>
                  <a:gd name="connsiteY1" fmla="*/ 27623 h 38100"/>
                  <a:gd name="connsiteX2" fmla="*/ 1905 w 47625"/>
                  <a:gd name="connsiteY2" fmla="*/ 31433 h 38100"/>
                  <a:gd name="connsiteX3" fmla="*/ 40005 w 47625"/>
                  <a:gd name="connsiteY3" fmla="*/ 41910 h 38100"/>
                  <a:gd name="connsiteX4" fmla="*/ 50482 w 47625"/>
                  <a:gd name="connsiteY4" fmla="*/ 3810 h 38100"/>
                  <a:gd name="connsiteX5" fmla="*/ 48577 w 47625"/>
                  <a:gd name="connsiteY5" fmla="*/ 0 h 38100"/>
                  <a:gd name="connsiteX6" fmla="*/ 35242 w 47625"/>
                  <a:gd name="connsiteY6" fmla="*/ 3429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625" h="38100">
                    <a:moveTo>
                      <a:pt x="35242" y="34290"/>
                    </a:moveTo>
                    <a:cubicBezTo>
                      <a:pt x="22860" y="40958"/>
                      <a:pt x="8572" y="38100"/>
                      <a:pt x="0" y="27623"/>
                    </a:cubicBezTo>
                    <a:cubicBezTo>
                      <a:pt x="952" y="28575"/>
                      <a:pt x="952" y="30480"/>
                      <a:pt x="1905" y="31433"/>
                    </a:cubicBezTo>
                    <a:cubicBezTo>
                      <a:pt x="9525" y="44767"/>
                      <a:pt x="26670" y="49530"/>
                      <a:pt x="40005" y="41910"/>
                    </a:cubicBezTo>
                    <a:cubicBezTo>
                      <a:pt x="53340" y="34290"/>
                      <a:pt x="58102" y="17145"/>
                      <a:pt x="50482" y="3810"/>
                    </a:cubicBezTo>
                    <a:cubicBezTo>
                      <a:pt x="49530" y="2858"/>
                      <a:pt x="48577" y="1905"/>
                      <a:pt x="48577" y="0"/>
                    </a:cubicBezTo>
                    <a:cubicBezTo>
                      <a:pt x="51435" y="12383"/>
                      <a:pt x="46672" y="26670"/>
                      <a:pt x="35242" y="34290"/>
                    </a:cubicBezTo>
                    <a:close/>
                  </a:path>
                </a:pathLst>
              </a:custGeom>
              <a:solidFill>
                <a:srgbClr val="200A2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" name="任意多边形: 形状 53"/>
              <p:cNvSpPr/>
              <p:nvPr/>
            </p:nvSpPr>
            <p:spPr>
              <a:xfrm>
                <a:off x="9075443" y="857890"/>
                <a:ext cx="121809" cy="121809"/>
              </a:xfrm>
              <a:custGeom>
                <a:avLst/>
                <a:gdLst>
                  <a:gd name="connsiteX0" fmla="*/ 0 w 95250"/>
                  <a:gd name="connsiteY0" fmla="*/ 51435 h 95250"/>
                  <a:gd name="connsiteX1" fmla="*/ 51435 w 95250"/>
                  <a:gd name="connsiteY1" fmla="*/ 0 h 95250"/>
                  <a:gd name="connsiteX2" fmla="*/ 102870 w 95250"/>
                  <a:gd name="connsiteY2" fmla="*/ 51435 h 95250"/>
                  <a:gd name="connsiteX3" fmla="*/ 51435 w 95250"/>
                  <a:gd name="connsiteY3" fmla="*/ 102870 h 95250"/>
                  <a:gd name="connsiteX4" fmla="*/ 0 w 95250"/>
                  <a:gd name="connsiteY4" fmla="*/ 51435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0" y="51435"/>
                    </a:moveTo>
                    <a:cubicBezTo>
                      <a:pt x="0" y="22860"/>
                      <a:pt x="22860" y="0"/>
                      <a:pt x="51435" y="0"/>
                    </a:cubicBezTo>
                    <a:cubicBezTo>
                      <a:pt x="80010" y="0"/>
                      <a:pt x="102870" y="22860"/>
                      <a:pt x="102870" y="51435"/>
                    </a:cubicBezTo>
                    <a:cubicBezTo>
                      <a:pt x="102870" y="80010"/>
                      <a:pt x="80010" y="102870"/>
                      <a:pt x="51435" y="102870"/>
                    </a:cubicBezTo>
                    <a:cubicBezTo>
                      <a:pt x="22860" y="102870"/>
                      <a:pt x="0" y="80010"/>
                      <a:pt x="0" y="51435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>
                      <a:lumMod val="75000"/>
                    </a:schemeClr>
                  </a:gs>
                  <a:gs pos="0">
                    <a:schemeClr val="accent3">
                      <a:lumMod val="50000"/>
                    </a:schemeClr>
                  </a:gs>
                </a:gsLst>
                <a:lin ang="81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" name="任意多边形: 形状 54"/>
              <p:cNvSpPr/>
              <p:nvPr/>
            </p:nvSpPr>
            <p:spPr>
              <a:xfrm>
                <a:off x="9076661" y="857890"/>
                <a:ext cx="121809" cy="73085"/>
              </a:xfrm>
              <a:custGeom>
                <a:avLst/>
                <a:gdLst>
                  <a:gd name="connsiteX0" fmla="*/ 50482 w 95250"/>
                  <a:gd name="connsiteY0" fmla="*/ 15240 h 57150"/>
                  <a:gd name="connsiteX1" fmla="*/ 101918 w 95250"/>
                  <a:gd name="connsiteY1" fmla="*/ 59055 h 57150"/>
                  <a:gd name="connsiteX2" fmla="*/ 102870 w 95250"/>
                  <a:gd name="connsiteY2" fmla="*/ 51435 h 57150"/>
                  <a:gd name="connsiteX3" fmla="*/ 51435 w 95250"/>
                  <a:gd name="connsiteY3" fmla="*/ 0 h 57150"/>
                  <a:gd name="connsiteX4" fmla="*/ 0 w 95250"/>
                  <a:gd name="connsiteY4" fmla="*/ 51435 h 57150"/>
                  <a:gd name="connsiteX5" fmla="*/ 952 w 95250"/>
                  <a:gd name="connsiteY5" fmla="*/ 59055 h 57150"/>
                  <a:gd name="connsiteX6" fmla="*/ 50482 w 95250"/>
                  <a:gd name="connsiteY6" fmla="*/ 15240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250" h="57150">
                    <a:moveTo>
                      <a:pt x="50482" y="15240"/>
                    </a:moveTo>
                    <a:cubicBezTo>
                      <a:pt x="76200" y="15240"/>
                      <a:pt x="98107" y="34290"/>
                      <a:pt x="101918" y="59055"/>
                    </a:cubicBezTo>
                    <a:cubicBezTo>
                      <a:pt x="101918" y="56197"/>
                      <a:pt x="102870" y="54293"/>
                      <a:pt x="102870" y="51435"/>
                    </a:cubicBezTo>
                    <a:cubicBezTo>
                      <a:pt x="102870" y="22860"/>
                      <a:pt x="80010" y="0"/>
                      <a:pt x="51435" y="0"/>
                    </a:cubicBezTo>
                    <a:cubicBezTo>
                      <a:pt x="22860" y="0"/>
                      <a:pt x="0" y="22860"/>
                      <a:pt x="0" y="51435"/>
                    </a:cubicBezTo>
                    <a:cubicBezTo>
                      <a:pt x="0" y="54293"/>
                      <a:pt x="0" y="56197"/>
                      <a:pt x="952" y="59055"/>
                    </a:cubicBezTo>
                    <a:cubicBezTo>
                      <a:pt x="2857" y="34290"/>
                      <a:pt x="24765" y="15240"/>
                      <a:pt x="50482" y="15240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9172815" y="1176954"/>
                <a:ext cx="133990" cy="133990"/>
              </a:xfrm>
              <a:custGeom>
                <a:avLst/>
                <a:gdLst>
                  <a:gd name="connsiteX0" fmla="*/ 65781 w 104775"/>
                  <a:gd name="connsiteY0" fmla="*/ 1011 h 104775"/>
                  <a:gd name="connsiteX1" fmla="*/ 109596 w 104775"/>
                  <a:gd name="connsiteY1" fmla="*/ 65781 h 104775"/>
                  <a:gd name="connsiteX2" fmla="*/ 44826 w 104775"/>
                  <a:gd name="connsiteY2" fmla="*/ 109596 h 104775"/>
                  <a:gd name="connsiteX3" fmla="*/ 1011 w 104775"/>
                  <a:gd name="connsiteY3" fmla="*/ 44826 h 104775"/>
                  <a:gd name="connsiteX4" fmla="*/ 65781 w 104775"/>
                  <a:gd name="connsiteY4" fmla="*/ 101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65781" y="1011"/>
                    </a:moveTo>
                    <a:cubicBezTo>
                      <a:pt x="96261" y="6726"/>
                      <a:pt x="115311" y="36253"/>
                      <a:pt x="109596" y="65781"/>
                    </a:cubicBezTo>
                    <a:cubicBezTo>
                      <a:pt x="103881" y="96261"/>
                      <a:pt x="74353" y="115311"/>
                      <a:pt x="44826" y="109596"/>
                    </a:cubicBezTo>
                    <a:cubicBezTo>
                      <a:pt x="14346" y="103881"/>
                      <a:pt x="-4704" y="74353"/>
                      <a:pt x="1011" y="44826"/>
                    </a:cubicBezTo>
                    <a:cubicBezTo>
                      <a:pt x="6726" y="14346"/>
                      <a:pt x="35301" y="-4704"/>
                      <a:pt x="65781" y="101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>
                      <a:lumMod val="75000"/>
                    </a:schemeClr>
                  </a:gs>
                  <a:gs pos="0">
                    <a:schemeClr val="accent3">
                      <a:lumMod val="50000"/>
                    </a:schemeClr>
                  </a:gs>
                </a:gsLst>
                <a:lin ang="81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任意多边形: 形状 56"/>
              <p:cNvSpPr/>
              <p:nvPr/>
            </p:nvSpPr>
            <p:spPr>
              <a:xfrm>
                <a:off x="9219178" y="1177028"/>
                <a:ext cx="85266" cy="133990"/>
              </a:xfrm>
              <a:custGeom>
                <a:avLst/>
                <a:gdLst>
                  <a:gd name="connsiteX0" fmla="*/ 57150 w 66675"/>
                  <a:gd name="connsiteY0" fmla="*/ 62865 h 104775"/>
                  <a:gd name="connsiteX1" fmla="*/ 0 w 66675"/>
                  <a:gd name="connsiteY1" fmla="*/ 107632 h 104775"/>
                  <a:gd name="connsiteX2" fmla="*/ 7620 w 66675"/>
                  <a:gd name="connsiteY2" fmla="*/ 109538 h 104775"/>
                  <a:gd name="connsiteX3" fmla="*/ 72390 w 66675"/>
                  <a:gd name="connsiteY3" fmla="*/ 65723 h 104775"/>
                  <a:gd name="connsiteX4" fmla="*/ 28575 w 66675"/>
                  <a:gd name="connsiteY4" fmla="*/ 953 h 104775"/>
                  <a:gd name="connsiteX5" fmla="*/ 20002 w 66675"/>
                  <a:gd name="connsiteY5" fmla="*/ 0 h 104775"/>
                  <a:gd name="connsiteX6" fmla="*/ 57150 w 66675"/>
                  <a:gd name="connsiteY6" fmla="*/ 62865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6675" h="104775">
                    <a:moveTo>
                      <a:pt x="57150" y="62865"/>
                    </a:moveTo>
                    <a:cubicBezTo>
                      <a:pt x="51435" y="90488"/>
                      <a:pt x="27622" y="108585"/>
                      <a:pt x="0" y="107632"/>
                    </a:cubicBezTo>
                    <a:cubicBezTo>
                      <a:pt x="2857" y="108585"/>
                      <a:pt x="4763" y="109538"/>
                      <a:pt x="7620" y="109538"/>
                    </a:cubicBezTo>
                    <a:cubicBezTo>
                      <a:pt x="38100" y="115253"/>
                      <a:pt x="66675" y="95250"/>
                      <a:pt x="72390" y="65723"/>
                    </a:cubicBezTo>
                    <a:cubicBezTo>
                      <a:pt x="78105" y="35243"/>
                      <a:pt x="58102" y="6668"/>
                      <a:pt x="28575" y="953"/>
                    </a:cubicBezTo>
                    <a:cubicBezTo>
                      <a:pt x="25717" y="0"/>
                      <a:pt x="22860" y="0"/>
                      <a:pt x="20002" y="0"/>
                    </a:cubicBezTo>
                    <a:cubicBezTo>
                      <a:pt x="46672" y="8573"/>
                      <a:pt x="62865" y="35243"/>
                      <a:pt x="57150" y="62865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任意多边形: 形状 57"/>
              <p:cNvSpPr/>
              <p:nvPr/>
            </p:nvSpPr>
            <p:spPr>
              <a:xfrm>
                <a:off x="9495667" y="1111234"/>
                <a:ext cx="97447" cy="97447"/>
              </a:xfrm>
              <a:custGeom>
                <a:avLst/>
                <a:gdLst>
                  <a:gd name="connsiteX0" fmla="*/ 14301 w 76200"/>
                  <a:gd name="connsiteY0" fmla="*/ 9538 h 76200"/>
                  <a:gd name="connsiteX1" fmla="*/ 71451 w 76200"/>
                  <a:gd name="connsiteY1" fmla="*/ 14301 h 76200"/>
                  <a:gd name="connsiteX2" fmla="*/ 66688 w 76200"/>
                  <a:gd name="connsiteY2" fmla="*/ 71451 h 76200"/>
                  <a:gd name="connsiteX3" fmla="*/ 9538 w 76200"/>
                  <a:gd name="connsiteY3" fmla="*/ 66688 h 76200"/>
                  <a:gd name="connsiteX4" fmla="*/ 14301 w 76200"/>
                  <a:gd name="connsiteY4" fmla="*/ 9538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14301" y="9538"/>
                    </a:moveTo>
                    <a:cubicBezTo>
                      <a:pt x="31446" y="-4749"/>
                      <a:pt x="57163" y="-2844"/>
                      <a:pt x="71451" y="14301"/>
                    </a:cubicBezTo>
                    <a:cubicBezTo>
                      <a:pt x="85738" y="31446"/>
                      <a:pt x="83833" y="57163"/>
                      <a:pt x="66688" y="71451"/>
                    </a:cubicBezTo>
                    <a:cubicBezTo>
                      <a:pt x="49543" y="85738"/>
                      <a:pt x="23826" y="83833"/>
                      <a:pt x="9538" y="66688"/>
                    </a:cubicBezTo>
                    <a:cubicBezTo>
                      <a:pt x="-4749" y="49543"/>
                      <a:pt x="-2844" y="24778"/>
                      <a:pt x="14301" y="9538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>
                      <a:lumMod val="75000"/>
                    </a:schemeClr>
                  </a:gs>
                  <a:gs pos="0">
                    <a:schemeClr val="accent3">
                      <a:lumMod val="50000"/>
                    </a:schemeClr>
                  </a:gs>
                </a:gsLst>
                <a:lin ang="81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任意多边形: 形状 58"/>
              <p:cNvSpPr/>
              <p:nvPr/>
            </p:nvSpPr>
            <p:spPr>
              <a:xfrm>
                <a:off x="9510300" y="1111234"/>
                <a:ext cx="85266" cy="85266"/>
              </a:xfrm>
              <a:custGeom>
                <a:avLst/>
                <a:gdLst>
                  <a:gd name="connsiteX0" fmla="*/ 51435 w 66675"/>
                  <a:gd name="connsiteY0" fmla="*/ 21921 h 66675"/>
                  <a:gd name="connsiteX1" fmla="*/ 51435 w 66675"/>
                  <a:gd name="connsiteY1" fmla="*/ 75261 h 66675"/>
                  <a:gd name="connsiteX2" fmla="*/ 56197 w 66675"/>
                  <a:gd name="connsiteY2" fmla="*/ 71451 h 66675"/>
                  <a:gd name="connsiteX3" fmla="*/ 60960 w 66675"/>
                  <a:gd name="connsiteY3" fmla="*/ 14301 h 66675"/>
                  <a:gd name="connsiteX4" fmla="*/ 3810 w 66675"/>
                  <a:gd name="connsiteY4" fmla="*/ 9538 h 66675"/>
                  <a:gd name="connsiteX5" fmla="*/ 0 w 66675"/>
                  <a:gd name="connsiteY5" fmla="*/ 13348 h 66675"/>
                  <a:gd name="connsiteX6" fmla="*/ 51435 w 66675"/>
                  <a:gd name="connsiteY6" fmla="*/ 2192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6675" h="66675">
                    <a:moveTo>
                      <a:pt x="51435" y="21921"/>
                    </a:moveTo>
                    <a:cubicBezTo>
                      <a:pt x="64770" y="37161"/>
                      <a:pt x="64770" y="60021"/>
                      <a:pt x="51435" y="75261"/>
                    </a:cubicBezTo>
                    <a:cubicBezTo>
                      <a:pt x="53340" y="74308"/>
                      <a:pt x="54292" y="73356"/>
                      <a:pt x="56197" y="71451"/>
                    </a:cubicBezTo>
                    <a:cubicBezTo>
                      <a:pt x="73342" y="57163"/>
                      <a:pt x="75247" y="31446"/>
                      <a:pt x="60960" y="14301"/>
                    </a:cubicBezTo>
                    <a:cubicBezTo>
                      <a:pt x="46672" y="-2844"/>
                      <a:pt x="20955" y="-4749"/>
                      <a:pt x="3810" y="9538"/>
                    </a:cubicBezTo>
                    <a:cubicBezTo>
                      <a:pt x="1905" y="10491"/>
                      <a:pt x="952" y="12396"/>
                      <a:pt x="0" y="13348"/>
                    </a:cubicBezTo>
                    <a:cubicBezTo>
                      <a:pt x="15240" y="2871"/>
                      <a:pt x="38100" y="6681"/>
                      <a:pt x="51435" y="21921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34" name="任意多边形: 形状 33"/>
            <p:cNvSpPr/>
            <p:nvPr/>
          </p:nvSpPr>
          <p:spPr>
            <a:xfrm>
              <a:off x="10383055" y="5088584"/>
              <a:ext cx="1172781" cy="1172780"/>
            </a:xfrm>
            <a:custGeom>
              <a:avLst/>
              <a:gdLst>
                <a:gd name="connsiteX0" fmla="*/ 906364 w 1172780"/>
                <a:gd name="connsiteY0" fmla="*/ 315645 h 1172780"/>
                <a:gd name="connsiteX1" fmla="*/ 865794 w 1172780"/>
                <a:gd name="connsiteY1" fmla="*/ 906364 h 1172780"/>
                <a:gd name="connsiteX2" fmla="*/ 275075 w 1172780"/>
                <a:gd name="connsiteY2" fmla="*/ 865794 h 1172780"/>
                <a:gd name="connsiteX3" fmla="*/ 315645 w 1172780"/>
                <a:gd name="connsiteY3" fmla="*/ 275074 h 1172780"/>
                <a:gd name="connsiteX4" fmla="*/ 906364 w 1172780"/>
                <a:gd name="connsiteY4" fmla="*/ 315645 h 1172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2780" h="1172780">
                  <a:moveTo>
                    <a:pt x="906364" y="315645"/>
                  </a:moveTo>
                  <a:cubicBezTo>
                    <a:pt x="1058284" y="489971"/>
                    <a:pt x="1040120" y="754445"/>
                    <a:pt x="865794" y="906364"/>
                  </a:cubicBezTo>
                  <a:cubicBezTo>
                    <a:pt x="691468" y="1058283"/>
                    <a:pt x="426994" y="1040119"/>
                    <a:pt x="275075" y="865794"/>
                  </a:cubicBezTo>
                  <a:cubicBezTo>
                    <a:pt x="123155" y="691468"/>
                    <a:pt x="141319" y="426994"/>
                    <a:pt x="315645" y="275074"/>
                  </a:cubicBezTo>
                  <a:cubicBezTo>
                    <a:pt x="489971" y="123155"/>
                    <a:pt x="754445" y="141319"/>
                    <a:pt x="906364" y="315645"/>
                  </a:cubicBezTo>
                  <a:close/>
                </a:path>
              </a:pathLst>
            </a:custGeom>
            <a:gradFill>
              <a:gsLst>
                <a:gs pos="88000">
                  <a:schemeClr val="accent1">
                    <a:lumMod val="75000"/>
                  </a:schemeClr>
                </a:gs>
                <a:gs pos="0">
                  <a:schemeClr val="accent2">
                    <a:lumMod val="75000"/>
                  </a:schemeClr>
                </a:gs>
              </a:gsLst>
              <a:lin ang="5400000" scaled="1"/>
            </a:gradFill>
            <a:ln w="11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10185312" y="5260867"/>
              <a:ext cx="1560970" cy="832791"/>
              <a:chOff x="10185312" y="5260867"/>
              <a:chExt cx="1560970" cy="832791"/>
            </a:xfrm>
            <a:effectLst>
              <a:glow rad="101600">
                <a:schemeClr val="accent2">
                  <a:lumMod val="60000"/>
                  <a:lumOff val="40000"/>
                  <a:alpha val="28000"/>
                </a:schemeClr>
              </a:glow>
            </a:effectLst>
          </p:grpSpPr>
          <p:sp>
            <p:nvSpPr>
              <p:cNvPr id="37" name="任意多边形: 形状 36"/>
              <p:cNvSpPr/>
              <p:nvPr/>
            </p:nvSpPr>
            <p:spPr>
              <a:xfrm>
                <a:off x="10609190" y="5260984"/>
                <a:ext cx="774035" cy="832674"/>
              </a:xfrm>
              <a:custGeom>
                <a:avLst/>
                <a:gdLst>
                  <a:gd name="connsiteX0" fmla="*/ 778726 w 774035"/>
                  <a:gd name="connsiteY0" fmla="*/ 479473 h 832674"/>
                  <a:gd name="connsiteX1" fmla="*/ 424547 w 774035"/>
                  <a:gd name="connsiteY1" fmla="*/ 4497 h 832674"/>
                  <a:gd name="connsiteX2" fmla="*/ 39875 w 774035"/>
                  <a:gd name="connsiteY2" fmla="*/ 154613 h 832674"/>
                  <a:gd name="connsiteX3" fmla="*/ 55121 w 774035"/>
                  <a:gd name="connsiteY3" fmla="*/ 214425 h 832674"/>
                  <a:gd name="connsiteX4" fmla="*/ 123142 w 774035"/>
                  <a:gd name="connsiteY4" fmla="*/ 266027 h 832674"/>
                  <a:gd name="connsiteX5" fmla="*/ 372944 w 774035"/>
                  <a:gd name="connsiteY5" fmla="*/ 294174 h 832674"/>
                  <a:gd name="connsiteX6" fmla="*/ 565280 w 774035"/>
                  <a:gd name="connsiteY6" fmla="*/ 377442 h 832674"/>
                  <a:gd name="connsiteX7" fmla="*/ 650893 w 774035"/>
                  <a:gd name="connsiteY7" fmla="*/ 565086 h 832674"/>
                  <a:gd name="connsiteX8" fmla="*/ 542997 w 774035"/>
                  <a:gd name="connsiteY8" fmla="*/ 736312 h 832674"/>
                  <a:gd name="connsiteX9" fmla="*/ 431583 w 774035"/>
                  <a:gd name="connsiteY9" fmla="*/ 753904 h 832674"/>
                  <a:gd name="connsiteX10" fmla="*/ 31665 w 774035"/>
                  <a:gd name="connsiteY10" fmla="*/ 627244 h 832674"/>
                  <a:gd name="connsiteX11" fmla="*/ 0 w 774035"/>
                  <a:gd name="connsiteY11" fmla="*/ 622553 h 832674"/>
                  <a:gd name="connsiteX12" fmla="*/ 304923 w 774035"/>
                  <a:gd name="connsiteY12" fmla="*/ 833653 h 832674"/>
                  <a:gd name="connsiteX13" fmla="*/ 778726 w 774035"/>
                  <a:gd name="connsiteY13" fmla="*/ 479473 h 832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74035" h="832674">
                    <a:moveTo>
                      <a:pt x="778726" y="479473"/>
                    </a:moveTo>
                    <a:cubicBezTo>
                      <a:pt x="811564" y="250781"/>
                      <a:pt x="653239" y="38508"/>
                      <a:pt x="424547" y="4497"/>
                    </a:cubicBezTo>
                    <a:cubicBezTo>
                      <a:pt x="273258" y="-17785"/>
                      <a:pt x="130179" y="44372"/>
                      <a:pt x="39875" y="154613"/>
                    </a:cubicBezTo>
                    <a:cubicBezTo>
                      <a:pt x="39875" y="175723"/>
                      <a:pt x="43393" y="196833"/>
                      <a:pt x="55121" y="214425"/>
                    </a:cubicBezTo>
                    <a:cubicBezTo>
                      <a:pt x="70367" y="239053"/>
                      <a:pt x="96168" y="255472"/>
                      <a:pt x="123142" y="266027"/>
                    </a:cubicBezTo>
                    <a:cubicBezTo>
                      <a:pt x="201718" y="296520"/>
                      <a:pt x="289677" y="283619"/>
                      <a:pt x="372944" y="294174"/>
                    </a:cubicBezTo>
                    <a:cubicBezTo>
                      <a:pt x="443311" y="303556"/>
                      <a:pt x="512505" y="329358"/>
                      <a:pt x="565280" y="377442"/>
                    </a:cubicBezTo>
                    <a:cubicBezTo>
                      <a:pt x="618055" y="424353"/>
                      <a:pt x="653239" y="494720"/>
                      <a:pt x="650893" y="565086"/>
                    </a:cubicBezTo>
                    <a:cubicBezTo>
                      <a:pt x="648548" y="636626"/>
                      <a:pt x="607500" y="706993"/>
                      <a:pt x="542997" y="736312"/>
                    </a:cubicBezTo>
                    <a:cubicBezTo>
                      <a:pt x="507814" y="751558"/>
                      <a:pt x="469112" y="756250"/>
                      <a:pt x="431583" y="753904"/>
                    </a:cubicBezTo>
                    <a:cubicBezTo>
                      <a:pt x="290850" y="744522"/>
                      <a:pt x="168880" y="656563"/>
                      <a:pt x="31665" y="627244"/>
                    </a:cubicBezTo>
                    <a:cubicBezTo>
                      <a:pt x="21110" y="624898"/>
                      <a:pt x="10555" y="623725"/>
                      <a:pt x="0" y="622553"/>
                    </a:cubicBezTo>
                    <a:cubicBezTo>
                      <a:pt x="60985" y="732794"/>
                      <a:pt x="171226" y="813716"/>
                      <a:pt x="304923" y="833653"/>
                    </a:cubicBezTo>
                    <a:cubicBezTo>
                      <a:pt x="532442" y="866491"/>
                      <a:pt x="745888" y="708166"/>
                      <a:pt x="778726" y="479473"/>
                    </a:cubicBezTo>
                    <a:close/>
                  </a:path>
                </a:pathLst>
              </a:custGeom>
              <a:gradFill>
                <a:gsLst>
                  <a:gs pos="88000">
                    <a:schemeClr val="accent2">
                      <a:lumMod val="75000"/>
                    </a:schemeClr>
                  </a:gs>
                  <a:gs pos="0">
                    <a:schemeClr val="accent2"/>
                  </a:gs>
                </a:gsLst>
                <a:lin ang="5400000" scaled="1"/>
              </a:gradFill>
              <a:ln w="116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10742003" y="5260867"/>
                <a:ext cx="633302" cy="316651"/>
              </a:xfrm>
              <a:custGeom>
                <a:avLst/>
                <a:gdLst>
                  <a:gd name="connsiteX0" fmla="*/ 292022 w 633301"/>
                  <a:gd name="connsiteY0" fmla="*/ 4325 h 316650"/>
                  <a:gd name="connsiteX1" fmla="*/ 0 w 633301"/>
                  <a:gd name="connsiteY1" fmla="*/ 70001 h 316650"/>
                  <a:gd name="connsiteX2" fmla="*/ 34011 w 633301"/>
                  <a:gd name="connsiteY2" fmla="*/ 123949 h 316650"/>
                  <a:gd name="connsiteX3" fmla="*/ 194682 w 633301"/>
                  <a:gd name="connsiteY3" fmla="*/ 208389 h 316650"/>
                  <a:gd name="connsiteX4" fmla="*/ 299059 w 633301"/>
                  <a:gd name="connsiteY4" fmla="*/ 188452 h 316650"/>
                  <a:gd name="connsiteX5" fmla="*/ 627438 w 633301"/>
                  <a:gd name="connsiteY5" fmla="*/ 303384 h 316650"/>
                  <a:gd name="connsiteX6" fmla="*/ 641511 w 633301"/>
                  <a:gd name="connsiteY6" fmla="*/ 326840 h 316650"/>
                  <a:gd name="connsiteX7" fmla="*/ 292022 w 633301"/>
                  <a:gd name="connsiteY7" fmla="*/ 4325 h 31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3301" h="316650">
                    <a:moveTo>
                      <a:pt x="292022" y="4325"/>
                    </a:moveTo>
                    <a:cubicBezTo>
                      <a:pt x="186472" y="-10921"/>
                      <a:pt x="83267" y="14880"/>
                      <a:pt x="0" y="70001"/>
                    </a:cubicBezTo>
                    <a:cubicBezTo>
                      <a:pt x="9382" y="88766"/>
                      <a:pt x="21110" y="107530"/>
                      <a:pt x="34011" y="123949"/>
                    </a:cubicBezTo>
                    <a:cubicBezTo>
                      <a:pt x="72712" y="173206"/>
                      <a:pt x="132524" y="209562"/>
                      <a:pt x="194682" y="208389"/>
                    </a:cubicBezTo>
                    <a:cubicBezTo>
                      <a:pt x="229865" y="208389"/>
                      <a:pt x="263876" y="196661"/>
                      <a:pt x="299059" y="188452"/>
                    </a:cubicBezTo>
                    <a:cubicBezTo>
                      <a:pt x="419855" y="162651"/>
                      <a:pt x="560589" y="200180"/>
                      <a:pt x="627438" y="303384"/>
                    </a:cubicBezTo>
                    <a:cubicBezTo>
                      <a:pt x="632129" y="310421"/>
                      <a:pt x="636820" y="318631"/>
                      <a:pt x="641511" y="326840"/>
                    </a:cubicBezTo>
                    <a:cubicBezTo>
                      <a:pt x="603982" y="162651"/>
                      <a:pt x="469112" y="30127"/>
                      <a:pt x="292022" y="4325"/>
                    </a:cubicBezTo>
                    <a:close/>
                  </a:path>
                </a:pathLst>
              </a:custGeom>
              <a:gradFill>
                <a:gsLst>
                  <a:gs pos="56000">
                    <a:schemeClr val="accent2">
                      <a:lumMod val="75000"/>
                    </a:schemeClr>
                  </a:gs>
                  <a:gs pos="0">
                    <a:schemeClr val="accent2"/>
                  </a:gs>
                </a:gsLst>
                <a:lin ang="5400000" scaled="1"/>
              </a:gradFill>
              <a:ln w="116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/>
            </p:nvSpPr>
            <p:spPr>
              <a:xfrm>
                <a:off x="10185312" y="5495346"/>
                <a:ext cx="1559798" cy="422201"/>
              </a:xfrm>
              <a:custGeom>
                <a:avLst/>
                <a:gdLst>
                  <a:gd name="connsiteX0" fmla="*/ 1250688 w 1559798"/>
                  <a:gd name="connsiteY0" fmla="*/ 132524 h 422200"/>
                  <a:gd name="connsiteX1" fmla="*/ 1201432 w 1559798"/>
                  <a:gd name="connsiteY1" fmla="*/ 114932 h 422200"/>
                  <a:gd name="connsiteX2" fmla="*/ 1204950 w 1559798"/>
                  <a:gd name="connsiteY2" fmla="*/ 228692 h 422200"/>
                  <a:gd name="connsiteX3" fmla="*/ 1335129 w 1559798"/>
                  <a:gd name="connsiteY3" fmla="*/ 294368 h 422200"/>
                  <a:gd name="connsiteX4" fmla="*/ 1167421 w 1559798"/>
                  <a:gd name="connsiteY4" fmla="*/ 321342 h 422200"/>
                  <a:gd name="connsiteX5" fmla="*/ 772194 w 1559798"/>
                  <a:gd name="connsiteY5" fmla="*/ 296713 h 422200"/>
                  <a:gd name="connsiteX6" fmla="*/ 386349 w 1559798"/>
                  <a:gd name="connsiteY6" fmla="*/ 207582 h 422200"/>
                  <a:gd name="connsiteX7" fmla="*/ 233888 w 1559798"/>
                  <a:gd name="connsiteY7" fmla="*/ 133697 h 422200"/>
                  <a:gd name="connsiteX8" fmla="*/ 378140 w 1559798"/>
                  <a:gd name="connsiteY8" fmla="*/ 107896 h 422200"/>
                  <a:gd name="connsiteX9" fmla="*/ 413323 w 1559798"/>
                  <a:gd name="connsiteY9" fmla="*/ 0 h 422200"/>
                  <a:gd name="connsiteX10" fmla="*/ 361721 w 1559798"/>
                  <a:gd name="connsiteY10" fmla="*/ 2346 h 422200"/>
                  <a:gd name="connsiteX11" fmla="*/ 504 w 1559798"/>
                  <a:gd name="connsiteY11" fmla="*/ 100859 h 422200"/>
                  <a:gd name="connsiteX12" fmla="*/ 317155 w 1559798"/>
                  <a:gd name="connsiteY12" fmla="*/ 297886 h 422200"/>
                  <a:gd name="connsiteX13" fmla="*/ 755775 w 1559798"/>
                  <a:gd name="connsiteY13" fmla="*/ 403436 h 422200"/>
                  <a:gd name="connsiteX14" fmla="*/ 1206123 w 1559798"/>
                  <a:gd name="connsiteY14" fmla="*/ 428065 h 422200"/>
                  <a:gd name="connsiteX15" fmla="*/ 1566166 w 1559798"/>
                  <a:gd name="connsiteY15" fmla="*/ 330724 h 422200"/>
                  <a:gd name="connsiteX16" fmla="*/ 1250688 w 1559798"/>
                  <a:gd name="connsiteY16" fmla="*/ 132524 h 422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59798" h="422200">
                    <a:moveTo>
                      <a:pt x="1250688" y="132524"/>
                    </a:moveTo>
                    <a:cubicBezTo>
                      <a:pt x="1235442" y="126660"/>
                      <a:pt x="1219023" y="120796"/>
                      <a:pt x="1201432" y="114932"/>
                    </a:cubicBezTo>
                    <a:cubicBezTo>
                      <a:pt x="1207296" y="151289"/>
                      <a:pt x="1208468" y="189990"/>
                      <a:pt x="1204950" y="228692"/>
                    </a:cubicBezTo>
                    <a:cubicBezTo>
                      <a:pt x="1280008" y="256839"/>
                      <a:pt x="1318710" y="280295"/>
                      <a:pt x="1335129" y="294368"/>
                    </a:cubicBezTo>
                    <a:cubicBezTo>
                      <a:pt x="1312846" y="303750"/>
                      <a:pt x="1263589" y="317823"/>
                      <a:pt x="1167421" y="321342"/>
                    </a:cubicBezTo>
                    <a:cubicBezTo>
                      <a:pt x="1056007" y="327206"/>
                      <a:pt x="915273" y="317823"/>
                      <a:pt x="772194" y="296713"/>
                    </a:cubicBezTo>
                    <a:cubicBezTo>
                      <a:pt x="627942" y="275603"/>
                      <a:pt x="490727" y="243938"/>
                      <a:pt x="386349" y="207582"/>
                    </a:cubicBezTo>
                    <a:cubicBezTo>
                      <a:pt x="296045" y="175917"/>
                      <a:pt x="251479" y="148943"/>
                      <a:pt x="233888" y="133697"/>
                    </a:cubicBezTo>
                    <a:cubicBezTo>
                      <a:pt x="253825" y="124315"/>
                      <a:pt x="297218" y="112587"/>
                      <a:pt x="378140" y="107896"/>
                    </a:cubicBezTo>
                    <a:cubicBezTo>
                      <a:pt x="385176" y="69194"/>
                      <a:pt x="396904" y="32838"/>
                      <a:pt x="413323" y="0"/>
                    </a:cubicBezTo>
                    <a:cubicBezTo>
                      <a:pt x="395731" y="0"/>
                      <a:pt x="378140" y="1173"/>
                      <a:pt x="361721" y="2346"/>
                    </a:cubicBezTo>
                    <a:cubicBezTo>
                      <a:pt x="263207" y="9382"/>
                      <a:pt x="13405" y="11728"/>
                      <a:pt x="504" y="100859"/>
                    </a:cubicBezTo>
                    <a:cubicBezTo>
                      <a:pt x="-12396" y="188818"/>
                      <a:pt x="225678" y="262703"/>
                      <a:pt x="317155" y="297886"/>
                    </a:cubicBezTo>
                    <a:cubicBezTo>
                      <a:pt x="433260" y="341279"/>
                      <a:pt x="588067" y="378808"/>
                      <a:pt x="755775" y="403436"/>
                    </a:cubicBezTo>
                    <a:cubicBezTo>
                      <a:pt x="923483" y="428065"/>
                      <a:pt x="1082981" y="436274"/>
                      <a:pt x="1206123" y="428065"/>
                    </a:cubicBezTo>
                    <a:cubicBezTo>
                      <a:pt x="1303464" y="421028"/>
                      <a:pt x="1553266" y="418683"/>
                      <a:pt x="1566166" y="330724"/>
                    </a:cubicBezTo>
                    <a:cubicBezTo>
                      <a:pt x="1580240" y="240420"/>
                      <a:pt x="1342165" y="167708"/>
                      <a:pt x="1250688" y="132524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bg1">
                      <a:alpha val="50000"/>
                    </a:schemeClr>
                  </a:gs>
                  <a:gs pos="0">
                    <a:schemeClr val="bg1">
                      <a:alpha val="50000"/>
                    </a:schemeClr>
                  </a:gs>
                </a:gsLst>
                <a:lin ang="16200000" scaled="1"/>
                <a:tileRect/>
              </a:gradFill>
              <a:ln w="116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/>
              <p:cNvSpPr/>
              <p:nvPr/>
            </p:nvSpPr>
            <p:spPr>
              <a:xfrm>
                <a:off x="10186484" y="5552812"/>
                <a:ext cx="1559798" cy="363562"/>
              </a:xfrm>
              <a:custGeom>
                <a:avLst/>
                <a:gdLst>
                  <a:gd name="connsiteX0" fmla="*/ 1548575 w 1559798"/>
                  <a:gd name="connsiteY0" fmla="*/ 222828 h 363561"/>
                  <a:gd name="connsiteX1" fmla="*/ 1548575 w 1559798"/>
                  <a:gd name="connsiteY1" fmla="*/ 227519 h 363561"/>
                  <a:gd name="connsiteX2" fmla="*/ 1200259 w 1559798"/>
                  <a:gd name="connsiteY2" fmla="*/ 322515 h 363561"/>
                  <a:gd name="connsiteX3" fmla="*/ 762812 w 1559798"/>
                  <a:gd name="connsiteY3" fmla="*/ 299059 h 363561"/>
                  <a:gd name="connsiteX4" fmla="*/ 337092 w 1559798"/>
                  <a:gd name="connsiteY4" fmla="*/ 195854 h 363561"/>
                  <a:gd name="connsiteX5" fmla="*/ 29824 w 1559798"/>
                  <a:gd name="connsiteY5" fmla="*/ 4691 h 363561"/>
                  <a:gd name="connsiteX6" fmla="*/ 30997 w 1559798"/>
                  <a:gd name="connsiteY6" fmla="*/ 0 h 363561"/>
                  <a:gd name="connsiteX7" fmla="*/ 504 w 1559798"/>
                  <a:gd name="connsiteY7" fmla="*/ 42220 h 363561"/>
                  <a:gd name="connsiteX8" fmla="*/ 317155 w 1559798"/>
                  <a:gd name="connsiteY8" fmla="*/ 239247 h 363561"/>
                  <a:gd name="connsiteX9" fmla="*/ 755775 w 1559798"/>
                  <a:gd name="connsiteY9" fmla="*/ 344797 h 363561"/>
                  <a:gd name="connsiteX10" fmla="*/ 1206123 w 1559798"/>
                  <a:gd name="connsiteY10" fmla="*/ 369426 h 363561"/>
                  <a:gd name="connsiteX11" fmla="*/ 1566167 w 1559798"/>
                  <a:gd name="connsiteY11" fmla="*/ 272085 h 363561"/>
                  <a:gd name="connsiteX12" fmla="*/ 1548575 w 1559798"/>
                  <a:gd name="connsiteY12" fmla="*/ 222828 h 363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59798" h="363561">
                    <a:moveTo>
                      <a:pt x="1548575" y="222828"/>
                    </a:moveTo>
                    <a:cubicBezTo>
                      <a:pt x="1548575" y="224001"/>
                      <a:pt x="1548575" y="225174"/>
                      <a:pt x="1548575" y="227519"/>
                    </a:cubicBezTo>
                    <a:cubicBezTo>
                      <a:pt x="1535674" y="313132"/>
                      <a:pt x="1295254" y="315478"/>
                      <a:pt x="1200259" y="322515"/>
                    </a:cubicBezTo>
                    <a:cubicBezTo>
                      <a:pt x="1080635" y="330724"/>
                      <a:pt x="925828" y="322515"/>
                      <a:pt x="762812" y="299059"/>
                    </a:cubicBezTo>
                    <a:cubicBezTo>
                      <a:pt x="600968" y="275603"/>
                      <a:pt x="449679" y="239247"/>
                      <a:pt x="337092" y="195854"/>
                    </a:cubicBezTo>
                    <a:cubicBezTo>
                      <a:pt x="247961" y="161844"/>
                      <a:pt x="18096" y="90304"/>
                      <a:pt x="29824" y="4691"/>
                    </a:cubicBezTo>
                    <a:cubicBezTo>
                      <a:pt x="29824" y="3518"/>
                      <a:pt x="30997" y="2346"/>
                      <a:pt x="30997" y="0"/>
                    </a:cubicBezTo>
                    <a:cubicBezTo>
                      <a:pt x="14578" y="11728"/>
                      <a:pt x="2850" y="24628"/>
                      <a:pt x="504" y="42220"/>
                    </a:cubicBezTo>
                    <a:cubicBezTo>
                      <a:pt x="-12396" y="130179"/>
                      <a:pt x="225678" y="204064"/>
                      <a:pt x="317155" y="239247"/>
                    </a:cubicBezTo>
                    <a:cubicBezTo>
                      <a:pt x="433260" y="282640"/>
                      <a:pt x="588067" y="320169"/>
                      <a:pt x="755775" y="344797"/>
                    </a:cubicBezTo>
                    <a:cubicBezTo>
                      <a:pt x="923483" y="369426"/>
                      <a:pt x="1082981" y="377635"/>
                      <a:pt x="1206123" y="369426"/>
                    </a:cubicBezTo>
                    <a:cubicBezTo>
                      <a:pt x="1303464" y="362389"/>
                      <a:pt x="1553266" y="360044"/>
                      <a:pt x="1566167" y="272085"/>
                    </a:cubicBezTo>
                    <a:cubicBezTo>
                      <a:pt x="1568512" y="254493"/>
                      <a:pt x="1561475" y="238074"/>
                      <a:pt x="1548575" y="222828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50000"/>
                    </a:schemeClr>
                  </a:gs>
                  <a:gs pos="0">
                    <a:schemeClr val="bg1">
                      <a:alpha val="50000"/>
                    </a:schemeClr>
                  </a:gs>
                </a:gsLst>
                <a:lin ang="16200000" scaled="1"/>
              </a:gradFill>
              <a:ln w="116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36" name="任意多边形: 形状 35"/>
            <p:cNvSpPr/>
            <p:nvPr/>
          </p:nvSpPr>
          <p:spPr>
            <a:xfrm>
              <a:off x="7090192" y="3093283"/>
              <a:ext cx="124372" cy="124371"/>
            </a:xfrm>
            <a:custGeom>
              <a:avLst/>
              <a:gdLst>
                <a:gd name="connsiteX0" fmla="*/ 82153 w 85725"/>
                <a:gd name="connsiteY0" fmla="*/ 37386 h 85725"/>
                <a:gd name="connsiteX1" fmla="*/ 68818 w 85725"/>
                <a:gd name="connsiteY1" fmla="*/ 35481 h 85725"/>
                <a:gd name="connsiteX2" fmla="*/ 51673 w 85725"/>
                <a:gd name="connsiteY2" fmla="*/ 18336 h 85725"/>
                <a:gd name="connsiteX3" fmla="*/ 49768 w 85725"/>
                <a:gd name="connsiteY3" fmla="*/ 5001 h 85725"/>
                <a:gd name="connsiteX4" fmla="*/ 37386 w 85725"/>
                <a:gd name="connsiteY4" fmla="*/ 5001 h 85725"/>
                <a:gd name="connsiteX5" fmla="*/ 35481 w 85725"/>
                <a:gd name="connsiteY5" fmla="*/ 18336 h 85725"/>
                <a:gd name="connsiteX6" fmla="*/ 18336 w 85725"/>
                <a:gd name="connsiteY6" fmla="*/ 35481 h 85725"/>
                <a:gd name="connsiteX7" fmla="*/ 5001 w 85725"/>
                <a:gd name="connsiteY7" fmla="*/ 37386 h 85725"/>
                <a:gd name="connsiteX8" fmla="*/ 5001 w 85725"/>
                <a:gd name="connsiteY8" fmla="*/ 49768 h 85725"/>
                <a:gd name="connsiteX9" fmla="*/ 18336 w 85725"/>
                <a:gd name="connsiteY9" fmla="*/ 51673 h 85725"/>
                <a:gd name="connsiteX10" fmla="*/ 35481 w 85725"/>
                <a:gd name="connsiteY10" fmla="*/ 68818 h 85725"/>
                <a:gd name="connsiteX11" fmla="*/ 37386 w 85725"/>
                <a:gd name="connsiteY11" fmla="*/ 82153 h 85725"/>
                <a:gd name="connsiteX12" fmla="*/ 49768 w 85725"/>
                <a:gd name="connsiteY12" fmla="*/ 82153 h 85725"/>
                <a:gd name="connsiteX13" fmla="*/ 51673 w 85725"/>
                <a:gd name="connsiteY13" fmla="*/ 68818 h 85725"/>
                <a:gd name="connsiteX14" fmla="*/ 68818 w 85725"/>
                <a:gd name="connsiteY14" fmla="*/ 51673 h 85725"/>
                <a:gd name="connsiteX15" fmla="*/ 82153 w 85725"/>
                <a:gd name="connsiteY15" fmla="*/ 49768 h 85725"/>
                <a:gd name="connsiteX16" fmla="*/ 82153 w 85725"/>
                <a:gd name="connsiteY16" fmla="*/ 3738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725" h="85725">
                  <a:moveTo>
                    <a:pt x="82153" y="37386"/>
                  </a:moveTo>
                  <a:lnTo>
                    <a:pt x="68818" y="35481"/>
                  </a:lnTo>
                  <a:cubicBezTo>
                    <a:pt x="60246" y="34528"/>
                    <a:pt x="52626" y="26908"/>
                    <a:pt x="51673" y="18336"/>
                  </a:cubicBezTo>
                  <a:lnTo>
                    <a:pt x="49768" y="5001"/>
                  </a:lnTo>
                  <a:cubicBezTo>
                    <a:pt x="48816" y="-1667"/>
                    <a:pt x="38338" y="-1667"/>
                    <a:pt x="37386" y="5001"/>
                  </a:cubicBezTo>
                  <a:lnTo>
                    <a:pt x="35481" y="18336"/>
                  </a:lnTo>
                  <a:cubicBezTo>
                    <a:pt x="34528" y="26908"/>
                    <a:pt x="26908" y="34528"/>
                    <a:pt x="18336" y="35481"/>
                  </a:cubicBezTo>
                  <a:lnTo>
                    <a:pt x="5001" y="37386"/>
                  </a:lnTo>
                  <a:cubicBezTo>
                    <a:pt x="-1667" y="38338"/>
                    <a:pt x="-1667" y="48816"/>
                    <a:pt x="5001" y="49768"/>
                  </a:cubicBezTo>
                  <a:lnTo>
                    <a:pt x="18336" y="51673"/>
                  </a:lnTo>
                  <a:cubicBezTo>
                    <a:pt x="26908" y="52626"/>
                    <a:pt x="34528" y="60246"/>
                    <a:pt x="35481" y="68818"/>
                  </a:cubicBezTo>
                  <a:lnTo>
                    <a:pt x="37386" y="82153"/>
                  </a:lnTo>
                  <a:cubicBezTo>
                    <a:pt x="38338" y="88821"/>
                    <a:pt x="48816" y="88821"/>
                    <a:pt x="49768" y="82153"/>
                  </a:cubicBezTo>
                  <a:lnTo>
                    <a:pt x="51673" y="68818"/>
                  </a:lnTo>
                  <a:cubicBezTo>
                    <a:pt x="52626" y="60246"/>
                    <a:pt x="60246" y="52626"/>
                    <a:pt x="68818" y="51673"/>
                  </a:cubicBezTo>
                  <a:lnTo>
                    <a:pt x="82153" y="49768"/>
                  </a:lnTo>
                  <a:cubicBezTo>
                    <a:pt x="88821" y="48816"/>
                    <a:pt x="88821" y="38338"/>
                    <a:pt x="82153" y="37386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0" y="1494025"/>
            <a:ext cx="5719802" cy="2281538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0400" y="4089208"/>
            <a:ext cx="3224019" cy="508703"/>
          </a:xfrm>
          <a:prstGeom prst="roundRect">
            <a:avLst/>
          </a:prstGeom>
          <a:solidFill>
            <a:schemeClr val="accent1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6374"/>
            <a:ext cx="4517887" cy="27432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8" y="5859780"/>
            <a:ext cx="4517887" cy="27432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4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flipH="1">
            <a:off x="0" y="5031"/>
            <a:ext cx="7264400" cy="6852969"/>
            <a:chOff x="4927600" y="5031"/>
            <a:chExt cx="7264400" cy="6852969"/>
          </a:xfrm>
        </p:grpSpPr>
        <p:sp>
          <p:nvSpPr>
            <p:cNvPr id="8" name="任意多边形: 形状 7"/>
            <p:cNvSpPr/>
            <p:nvPr/>
          </p:nvSpPr>
          <p:spPr>
            <a:xfrm>
              <a:off x="4927600" y="5031"/>
              <a:ext cx="7264400" cy="6852969"/>
            </a:xfrm>
            <a:custGeom>
              <a:avLst/>
              <a:gdLst>
                <a:gd name="connsiteX0" fmla="*/ 2667953 w 3724275"/>
                <a:gd name="connsiteY0" fmla="*/ 221933 h 4762500"/>
                <a:gd name="connsiteX1" fmla="*/ 2223135 w 3724275"/>
                <a:gd name="connsiteY1" fmla="*/ 973455 h 4762500"/>
                <a:gd name="connsiteX2" fmla="*/ 1356360 w 3724275"/>
                <a:gd name="connsiteY2" fmla="*/ 1298258 h 4762500"/>
                <a:gd name="connsiteX3" fmla="*/ 667703 w 3724275"/>
                <a:gd name="connsiteY3" fmla="*/ 1876425 h 4762500"/>
                <a:gd name="connsiteX4" fmla="*/ 751523 w 3724275"/>
                <a:gd name="connsiteY4" fmla="*/ 3155633 h 4762500"/>
                <a:gd name="connsiteX5" fmla="*/ 140970 w 3724275"/>
                <a:gd name="connsiteY5" fmla="*/ 4468178 h 4762500"/>
                <a:gd name="connsiteX6" fmla="*/ 0 w 3724275"/>
                <a:gd name="connsiteY6" fmla="*/ 4762500 h 4762500"/>
                <a:gd name="connsiteX7" fmla="*/ 3728085 w 3724275"/>
                <a:gd name="connsiteY7" fmla="*/ 4762500 h 4762500"/>
                <a:gd name="connsiteX8" fmla="*/ 3728085 w 3724275"/>
                <a:gd name="connsiteY8" fmla="*/ 0 h 4762500"/>
                <a:gd name="connsiteX9" fmla="*/ 2589848 w 3724275"/>
                <a:gd name="connsiteY9" fmla="*/ 0 h 4762500"/>
                <a:gd name="connsiteX10" fmla="*/ 2667953 w 3724275"/>
                <a:gd name="connsiteY10" fmla="*/ 221933 h 476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4275" h="4762500">
                  <a:moveTo>
                    <a:pt x="2667953" y="221933"/>
                  </a:moveTo>
                  <a:cubicBezTo>
                    <a:pt x="2712720" y="527685"/>
                    <a:pt x="2489835" y="817245"/>
                    <a:pt x="2223135" y="973455"/>
                  </a:cubicBezTo>
                  <a:cubicBezTo>
                    <a:pt x="1956435" y="1129665"/>
                    <a:pt x="1645920" y="1189673"/>
                    <a:pt x="1356360" y="1298258"/>
                  </a:cubicBezTo>
                  <a:cubicBezTo>
                    <a:pt x="1066800" y="1406843"/>
                    <a:pt x="776288" y="1586865"/>
                    <a:pt x="667703" y="1876425"/>
                  </a:cubicBezTo>
                  <a:cubicBezTo>
                    <a:pt x="515303" y="2281238"/>
                    <a:pt x="765810" y="2724150"/>
                    <a:pt x="751523" y="3155633"/>
                  </a:cubicBezTo>
                  <a:cubicBezTo>
                    <a:pt x="734378" y="3644265"/>
                    <a:pt x="386715" y="4046220"/>
                    <a:pt x="140970" y="4468178"/>
                  </a:cubicBezTo>
                  <a:cubicBezTo>
                    <a:pt x="86678" y="4559618"/>
                    <a:pt x="39053" y="4658678"/>
                    <a:pt x="0" y="4762500"/>
                  </a:cubicBezTo>
                  <a:lnTo>
                    <a:pt x="3728085" y="4762500"/>
                  </a:lnTo>
                  <a:lnTo>
                    <a:pt x="3728085" y="0"/>
                  </a:lnTo>
                  <a:lnTo>
                    <a:pt x="2589848" y="0"/>
                  </a:lnTo>
                  <a:cubicBezTo>
                    <a:pt x="2627948" y="69533"/>
                    <a:pt x="2655570" y="142875"/>
                    <a:pt x="2667953" y="22193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6133719" y="2220948"/>
              <a:ext cx="6056763" cy="3070130"/>
            </a:xfrm>
            <a:custGeom>
              <a:avLst/>
              <a:gdLst>
                <a:gd name="connsiteX0" fmla="*/ 3109738 w 3105150"/>
                <a:gd name="connsiteY0" fmla="*/ 29759 h 2133600"/>
                <a:gd name="connsiteX1" fmla="*/ 2096278 w 3105150"/>
                <a:gd name="connsiteY1" fmla="*/ 75479 h 2133600"/>
                <a:gd name="connsiteX2" fmla="*/ 1303798 w 3105150"/>
                <a:gd name="connsiteY2" fmla="*/ 301221 h 2133600"/>
                <a:gd name="connsiteX3" fmla="*/ 583708 w 3105150"/>
                <a:gd name="connsiteY3" fmla="*/ 296459 h 2133600"/>
                <a:gd name="connsiteX4" fmla="*/ 147463 w 3105150"/>
                <a:gd name="connsiteY4" fmla="*/ 159299 h 2133600"/>
                <a:gd name="connsiteX5" fmla="*/ 49356 w 3105150"/>
                <a:gd name="connsiteY5" fmla="*/ 337416 h 2133600"/>
                <a:gd name="connsiteX6" fmla="*/ 133176 w 3105150"/>
                <a:gd name="connsiteY6" fmla="*/ 1616624 h 2133600"/>
                <a:gd name="connsiteX7" fmla="*/ 96981 w 3105150"/>
                <a:gd name="connsiteY7" fmla="*/ 1862369 h 2133600"/>
                <a:gd name="connsiteX8" fmla="*/ 412258 w 3105150"/>
                <a:gd name="connsiteY8" fmla="*/ 1923329 h 2133600"/>
                <a:gd name="connsiteX9" fmla="*/ 2157238 w 3105150"/>
                <a:gd name="connsiteY9" fmla="*/ 1743307 h 2133600"/>
                <a:gd name="connsiteX10" fmla="*/ 2988771 w 3105150"/>
                <a:gd name="connsiteY10" fmla="*/ 2118592 h 2133600"/>
                <a:gd name="connsiteX11" fmla="*/ 3110691 w 3105150"/>
                <a:gd name="connsiteY11" fmla="*/ 2133832 h 2133600"/>
                <a:gd name="connsiteX12" fmla="*/ 3110691 w 3105150"/>
                <a:gd name="connsiteY12" fmla="*/ 29759 h 21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05150" h="2133600">
                  <a:moveTo>
                    <a:pt x="3109738" y="29759"/>
                  </a:moveTo>
                  <a:cubicBezTo>
                    <a:pt x="2773506" y="-21676"/>
                    <a:pt x="2426796" y="-6436"/>
                    <a:pt x="2096278" y="75479"/>
                  </a:cubicBezTo>
                  <a:cubicBezTo>
                    <a:pt x="1829578" y="141201"/>
                    <a:pt x="1573356" y="250739"/>
                    <a:pt x="1303798" y="301221"/>
                  </a:cubicBezTo>
                  <a:cubicBezTo>
                    <a:pt x="1066626" y="345989"/>
                    <a:pt x="820881" y="344084"/>
                    <a:pt x="583708" y="296459"/>
                  </a:cubicBezTo>
                  <a:cubicBezTo>
                    <a:pt x="432261" y="265979"/>
                    <a:pt x="288433" y="218354"/>
                    <a:pt x="147463" y="159299"/>
                  </a:cubicBezTo>
                  <a:cubicBezTo>
                    <a:pt x="107458" y="213591"/>
                    <a:pt x="74121" y="272646"/>
                    <a:pt x="49356" y="337416"/>
                  </a:cubicBezTo>
                  <a:cubicBezTo>
                    <a:pt x="-103044" y="742229"/>
                    <a:pt x="147463" y="1185141"/>
                    <a:pt x="133176" y="1616624"/>
                  </a:cubicBezTo>
                  <a:cubicBezTo>
                    <a:pt x="130318" y="1701396"/>
                    <a:pt x="116983" y="1782359"/>
                    <a:pt x="96981" y="1862369"/>
                  </a:cubicBezTo>
                  <a:cubicBezTo>
                    <a:pt x="199851" y="1892849"/>
                    <a:pt x="304626" y="1915709"/>
                    <a:pt x="412258" y="1923329"/>
                  </a:cubicBezTo>
                  <a:cubicBezTo>
                    <a:pt x="1000903" y="1966191"/>
                    <a:pt x="1591453" y="1573761"/>
                    <a:pt x="2157238" y="1743307"/>
                  </a:cubicBezTo>
                  <a:cubicBezTo>
                    <a:pt x="2449656" y="1830936"/>
                    <a:pt x="2689686" y="2059536"/>
                    <a:pt x="2988771" y="2118592"/>
                  </a:cubicBezTo>
                  <a:cubicBezTo>
                    <a:pt x="3028776" y="2126211"/>
                    <a:pt x="3069733" y="2130974"/>
                    <a:pt x="3110691" y="2133832"/>
                  </a:cubicBezTo>
                  <a:lnTo>
                    <a:pt x="3110691" y="29759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chemeClr val="accent2">
                    <a:lumMod val="7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5559287" y="5452712"/>
              <a:ext cx="6632713" cy="794944"/>
            </a:xfrm>
            <a:custGeom>
              <a:avLst/>
              <a:gdLst>
                <a:gd name="connsiteX0" fmla="*/ 3404235 w 3400425"/>
                <a:gd name="connsiteY0" fmla="*/ 195561 h 552450"/>
                <a:gd name="connsiteX1" fmla="*/ 2930843 w 3400425"/>
                <a:gd name="connsiteY1" fmla="*/ 115551 h 552450"/>
                <a:gd name="connsiteX2" fmla="*/ 2428875 w 3400425"/>
                <a:gd name="connsiteY2" fmla="*/ 245091 h 552450"/>
                <a:gd name="connsiteX3" fmla="*/ 1395413 w 3400425"/>
                <a:gd name="connsiteY3" fmla="*/ 168891 h 552450"/>
                <a:gd name="connsiteX4" fmla="*/ 818198 w 3400425"/>
                <a:gd name="connsiteY4" fmla="*/ 299 h 552450"/>
                <a:gd name="connsiteX5" fmla="*/ 155258 w 3400425"/>
                <a:gd name="connsiteY5" fmla="*/ 142221 h 552450"/>
                <a:gd name="connsiteX6" fmla="*/ 0 w 3400425"/>
                <a:gd name="connsiteY6" fmla="*/ 388919 h 552450"/>
                <a:gd name="connsiteX7" fmla="*/ 322898 w 3400425"/>
                <a:gd name="connsiteY7" fmla="*/ 366059 h 552450"/>
                <a:gd name="connsiteX8" fmla="*/ 1430655 w 3400425"/>
                <a:gd name="connsiteY8" fmla="*/ 425114 h 552450"/>
                <a:gd name="connsiteX9" fmla="*/ 2424113 w 3400425"/>
                <a:gd name="connsiteY9" fmla="*/ 529889 h 552450"/>
                <a:gd name="connsiteX10" fmla="*/ 3404235 w 3400425"/>
                <a:gd name="connsiteY10" fmla="*/ 552749 h 552450"/>
                <a:gd name="connsiteX11" fmla="*/ 3404235 w 3400425"/>
                <a:gd name="connsiteY11" fmla="*/ 195561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00425" h="552450">
                  <a:moveTo>
                    <a:pt x="3404235" y="195561"/>
                  </a:moveTo>
                  <a:cubicBezTo>
                    <a:pt x="3248025" y="146984"/>
                    <a:pt x="3091815" y="104121"/>
                    <a:pt x="2930843" y="115551"/>
                  </a:cubicBezTo>
                  <a:cubicBezTo>
                    <a:pt x="2757488" y="127934"/>
                    <a:pt x="2596515" y="202229"/>
                    <a:pt x="2428875" y="245091"/>
                  </a:cubicBezTo>
                  <a:cubicBezTo>
                    <a:pt x="2088833" y="332721"/>
                    <a:pt x="1724978" y="288906"/>
                    <a:pt x="1395413" y="168891"/>
                  </a:cubicBezTo>
                  <a:cubicBezTo>
                    <a:pt x="1205865" y="100311"/>
                    <a:pt x="1020128" y="6014"/>
                    <a:pt x="818198" y="299"/>
                  </a:cubicBezTo>
                  <a:cubicBezTo>
                    <a:pt x="591503" y="-6369"/>
                    <a:pt x="378142" y="100311"/>
                    <a:pt x="155258" y="142221"/>
                  </a:cubicBezTo>
                  <a:cubicBezTo>
                    <a:pt x="105727" y="225089"/>
                    <a:pt x="53340" y="307004"/>
                    <a:pt x="0" y="388919"/>
                  </a:cubicBezTo>
                  <a:cubicBezTo>
                    <a:pt x="107632" y="383204"/>
                    <a:pt x="215265" y="372726"/>
                    <a:pt x="322898" y="366059"/>
                  </a:cubicBezTo>
                  <a:cubicBezTo>
                    <a:pt x="692468" y="343199"/>
                    <a:pt x="1063943" y="372726"/>
                    <a:pt x="1430655" y="425114"/>
                  </a:cubicBezTo>
                  <a:cubicBezTo>
                    <a:pt x="1761173" y="471786"/>
                    <a:pt x="2090738" y="536556"/>
                    <a:pt x="2424113" y="529889"/>
                  </a:cubicBezTo>
                  <a:cubicBezTo>
                    <a:pt x="2752725" y="523221"/>
                    <a:pt x="3096578" y="448926"/>
                    <a:pt x="3404235" y="552749"/>
                  </a:cubicBezTo>
                  <a:lnTo>
                    <a:pt x="3404235" y="195561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chemeClr val="accent2">
                    <a:lumMod val="7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10036833" y="435397"/>
              <a:ext cx="2155167" cy="534532"/>
            </a:xfrm>
            <a:custGeom>
              <a:avLst/>
              <a:gdLst>
                <a:gd name="connsiteX0" fmla="*/ 0 w 1104900"/>
                <a:gd name="connsiteY0" fmla="*/ 248603 h 371475"/>
                <a:gd name="connsiteX1" fmla="*/ 1108710 w 1104900"/>
                <a:gd name="connsiteY1" fmla="*/ 379095 h 371475"/>
                <a:gd name="connsiteX2" fmla="*/ 1108710 w 1104900"/>
                <a:gd name="connsiteY2" fmla="*/ 115253 h 371475"/>
                <a:gd name="connsiteX3" fmla="*/ 474345 w 1104900"/>
                <a:gd name="connsiteY3" fmla="*/ 71438 h 371475"/>
                <a:gd name="connsiteX4" fmla="*/ 53340 w 1104900"/>
                <a:gd name="connsiteY4" fmla="*/ 0 h 371475"/>
                <a:gd name="connsiteX5" fmla="*/ 0 w 1104900"/>
                <a:gd name="connsiteY5" fmla="*/ 248603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4900" h="371475">
                  <a:moveTo>
                    <a:pt x="0" y="248603"/>
                  </a:moveTo>
                  <a:cubicBezTo>
                    <a:pt x="383857" y="258128"/>
                    <a:pt x="772478" y="239078"/>
                    <a:pt x="1108710" y="379095"/>
                  </a:cubicBezTo>
                  <a:lnTo>
                    <a:pt x="1108710" y="115253"/>
                  </a:lnTo>
                  <a:cubicBezTo>
                    <a:pt x="905828" y="70485"/>
                    <a:pt x="684847" y="80010"/>
                    <a:pt x="474345" y="71438"/>
                  </a:cubicBezTo>
                  <a:cubicBezTo>
                    <a:pt x="335280" y="65723"/>
                    <a:pt x="186690" y="45720"/>
                    <a:pt x="53340" y="0"/>
                  </a:cubicBezTo>
                  <a:cubicBezTo>
                    <a:pt x="54293" y="86678"/>
                    <a:pt x="34290" y="169545"/>
                    <a:pt x="0" y="248603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chemeClr val="accent2">
                    <a:lumMod val="7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7463638" y="1478883"/>
              <a:ext cx="4719073" cy="424884"/>
            </a:xfrm>
            <a:custGeom>
              <a:avLst/>
              <a:gdLst>
                <a:gd name="connsiteX0" fmla="*/ 1489710 w 2419350"/>
                <a:gd name="connsiteY0" fmla="*/ 265425 h 295275"/>
                <a:gd name="connsiteX1" fmla="*/ 2106930 w 2419350"/>
                <a:gd name="connsiteY1" fmla="*/ 220657 h 295275"/>
                <a:gd name="connsiteX2" fmla="*/ 2427923 w 2419350"/>
                <a:gd name="connsiteY2" fmla="*/ 276855 h 295275"/>
                <a:gd name="connsiteX3" fmla="*/ 2427923 w 2419350"/>
                <a:gd name="connsiteY3" fmla="*/ 11107 h 295275"/>
                <a:gd name="connsiteX4" fmla="*/ 1508760 w 2419350"/>
                <a:gd name="connsiteY4" fmla="*/ 105405 h 295275"/>
                <a:gd name="connsiteX5" fmla="*/ 790575 w 2419350"/>
                <a:gd name="connsiteY5" fmla="*/ 16822 h 295275"/>
                <a:gd name="connsiteX6" fmla="*/ 55245 w 2419350"/>
                <a:gd name="connsiteY6" fmla="*/ 273997 h 295275"/>
                <a:gd name="connsiteX7" fmla="*/ 0 w 2419350"/>
                <a:gd name="connsiteY7" fmla="*/ 295905 h 295275"/>
                <a:gd name="connsiteX8" fmla="*/ 319088 w 2419350"/>
                <a:gd name="connsiteY8" fmla="*/ 300667 h 295275"/>
                <a:gd name="connsiteX9" fmla="*/ 1489710 w 2419350"/>
                <a:gd name="connsiteY9" fmla="*/ 265425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19350" h="295275">
                  <a:moveTo>
                    <a:pt x="1489710" y="265425"/>
                  </a:moveTo>
                  <a:cubicBezTo>
                    <a:pt x="1695450" y="240660"/>
                    <a:pt x="1901190" y="201607"/>
                    <a:pt x="2106930" y="220657"/>
                  </a:cubicBezTo>
                  <a:cubicBezTo>
                    <a:pt x="2215515" y="231135"/>
                    <a:pt x="2321243" y="256852"/>
                    <a:pt x="2427923" y="276855"/>
                  </a:cubicBezTo>
                  <a:lnTo>
                    <a:pt x="2427923" y="11107"/>
                  </a:lnTo>
                  <a:cubicBezTo>
                    <a:pt x="2132648" y="-38423"/>
                    <a:pt x="1817370" y="93022"/>
                    <a:pt x="1508760" y="105405"/>
                  </a:cubicBezTo>
                  <a:cubicBezTo>
                    <a:pt x="1267778" y="114930"/>
                    <a:pt x="1029653" y="51112"/>
                    <a:pt x="790575" y="16822"/>
                  </a:cubicBezTo>
                  <a:cubicBezTo>
                    <a:pt x="556260" y="125407"/>
                    <a:pt x="298133" y="182557"/>
                    <a:pt x="55245" y="273997"/>
                  </a:cubicBezTo>
                  <a:cubicBezTo>
                    <a:pt x="37147" y="280665"/>
                    <a:pt x="18097" y="288285"/>
                    <a:pt x="0" y="295905"/>
                  </a:cubicBezTo>
                  <a:cubicBezTo>
                    <a:pt x="106680" y="297810"/>
                    <a:pt x="212408" y="298762"/>
                    <a:pt x="319088" y="300667"/>
                  </a:cubicBezTo>
                  <a:cubicBezTo>
                    <a:pt x="710565" y="306382"/>
                    <a:pt x="1102043" y="312097"/>
                    <a:pt x="1489710" y="265425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chemeClr val="accent2">
                    <a:lumMod val="7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4927600" y="1032976"/>
              <a:ext cx="4904863" cy="5825024"/>
            </a:xfrm>
            <a:custGeom>
              <a:avLst/>
              <a:gdLst>
                <a:gd name="connsiteX0" fmla="*/ 578168 w 2514600"/>
                <a:gd name="connsiteY0" fmla="*/ 3919538 h 4048125"/>
                <a:gd name="connsiteX1" fmla="*/ 1050608 w 2514600"/>
                <a:gd name="connsiteY1" fmla="*/ 2551748 h 4048125"/>
                <a:gd name="connsiteX2" fmla="*/ 836295 w 2514600"/>
                <a:gd name="connsiteY2" fmla="*/ 1287780 h 4048125"/>
                <a:gd name="connsiteX3" fmla="*/ 1462088 w 2514600"/>
                <a:gd name="connsiteY3" fmla="*/ 641985 h 4048125"/>
                <a:gd name="connsiteX4" fmla="*/ 2290763 w 2514600"/>
                <a:gd name="connsiteY4" fmla="*/ 229552 h 4048125"/>
                <a:gd name="connsiteX5" fmla="*/ 2520315 w 2514600"/>
                <a:gd name="connsiteY5" fmla="*/ 0 h 4048125"/>
                <a:gd name="connsiteX6" fmla="*/ 2223135 w 2514600"/>
                <a:gd name="connsiteY6" fmla="*/ 259080 h 4048125"/>
                <a:gd name="connsiteX7" fmla="*/ 1356360 w 2514600"/>
                <a:gd name="connsiteY7" fmla="*/ 583883 h 4048125"/>
                <a:gd name="connsiteX8" fmla="*/ 667703 w 2514600"/>
                <a:gd name="connsiteY8" fmla="*/ 1162050 h 4048125"/>
                <a:gd name="connsiteX9" fmla="*/ 751523 w 2514600"/>
                <a:gd name="connsiteY9" fmla="*/ 2441258 h 4048125"/>
                <a:gd name="connsiteX10" fmla="*/ 140970 w 2514600"/>
                <a:gd name="connsiteY10" fmla="*/ 3753803 h 4048125"/>
                <a:gd name="connsiteX11" fmla="*/ 0 w 2514600"/>
                <a:gd name="connsiteY11" fmla="*/ 4048125 h 4048125"/>
                <a:gd name="connsiteX12" fmla="*/ 525780 w 2514600"/>
                <a:gd name="connsiteY12" fmla="*/ 4048125 h 4048125"/>
                <a:gd name="connsiteX13" fmla="*/ 578168 w 2514600"/>
                <a:gd name="connsiteY13" fmla="*/ 3919538 h 40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14600" h="4048125">
                  <a:moveTo>
                    <a:pt x="578168" y="3919538"/>
                  </a:moveTo>
                  <a:cubicBezTo>
                    <a:pt x="780098" y="3474720"/>
                    <a:pt x="1083945" y="3038475"/>
                    <a:pt x="1050608" y="2551748"/>
                  </a:cubicBezTo>
                  <a:cubicBezTo>
                    <a:pt x="1021080" y="2120265"/>
                    <a:pt x="725805" y="1705928"/>
                    <a:pt x="836295" y="1287780"/>
                  </a:cubicBezTo>
                  <a:cubicBezTo>
                    <a:pt x="915353" y="988695"/>
                    <a:pt x="1184910" y="780097"/>
                    <a:pt x="1462088" y="641985"/>
                  </a:cubicBezTo>
                  <a:cubicBezTo>
                    <a:pt x="1738313" y="503873"/>
                    <a:pt x="2041208" y="411480"/>
                    <a:pt x="2290763" y="229552"/>
                  </a:cubicBezTo>
                  <a:cubicBezTo>
                    <a:pt x="2377440" y="166688"/>
                    <a:pt x="2456498" y="87630"/>
                    <a:pt x="2520315" y="0"/>
                  </a:cubicBezTo>
                  <a:cubicBezTo>
                    <a:pt x="2440305" y="103823"/>
                    <a:pt x="2335530" y="193358"/>
                    <a:pt x="2223135" y="259080"/>
                  </a:cubicBezTo>
                  <a:cubicBezTo>
                    <a:pt x="1956435" y="415290"/>
                    <a:pt x="1645920" y="475298"/>
                    <a:pt x="1356360" y="583883"/>
                  </a:cubicBezTo>
                  <a:cubicBezTo>
                    <a:pt x="1066800" y="692468"/>
                    <a:pt x="776288" y="872490"/>
                    <a:pt x="667703" y="1162050"/>
                  </a:cubicBezTo>
                  <a:cubicBezTo>
                    <a:pt x="515303" y="1566863"/>
                    <a:pt x="765810" y="2009775"/>
                    <a:pt x="751523" y="2441258"/>
                  </a:cubicBezTo>
                  <a:cubicBezTo>
                    <a:pt x="734378" y="2929890"/>
                    <a:pt x="386715" y="3331845"/>
                    <a:pt x="140970" y="3753803"/>
                  </a:cubicBezTo>
                  <a:cubicBezTo>
                    <a:pt x="86678" y="3845243"/>
                    <a:pt x="39053" y="3944303"/>
                    <a:pt x="0" y="4048125"/>
                  </a:cubicBezTo>
                  <a:lnTo>
                    <a:pt x="525780" y="4048125"/>
                  </a:lnTo>
                  <a:cubicBezTo>
                    <a:pt x="541973" y="4004310"/>
                    <a:pt x="559118" y="3961448"/>
                    <a:pt x="578168" y="3919538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5691197" y="1032976"/>
              <a:ext cx="4143123" cy="5825024"/>
            </a:xfrm>
            <a:custGeom>
              <a:avLst/>
              <a:gdLst>
                <a:gd name="connsiteX0" fmla="*/ 1830705 w 2124075"/>
                <a:gd name="connsiteY0" fmla="*/ 259080 h 4048125"/>
                <a:gd name="connsiteX1" fmla="*/ 1350645 w 2124075"/>
                <a:gd name="connsiteY1" fmla="*/ 457200 h 4048125"/>
                <a:gd name="connsiteX2" fmla="*/ 936307 w 2124075"/>
                <a:gd name="connsiteY2" fmla="*/ 641985 h 4048125"/>
                <a:gd name="connsiteX3" fmla="*/ 310515 w 2124075"/>
                <a:gd name="connsiteY3" fmla="*/ 1287780 h 4048125"/>
                <a:gd name="connsiteX4" fmla="*/ 524828 w 2124075"/>
                <a:gd name="connsiteY4" fmla="*/ 2551748 h 4048125"/>
                <a:gd name="connsiteX5" fmla="*/ 52388 w 2124075"/>
                <a:gd name="connsiteY5" fmla="*/ 3919538 h 4048125"/>
                <a:gd name="connsiteX6" fmla="*/ 0 w 2124075"/>
                <a:gd name="connsiteY6" fmla="*/ 4048125 h 4048125"/>
                <a:gd name="connsiteX7" fmla="*/ 133350 w 2124075"/>
                <a:gd name="connsiteY7" fmla="*/ 4048125 h 4048125"/>
                <a:gd name="connsiteX8" fmla="*/ 185738 w 2124075"/>
                <a:gd name="connsiteY8" fmla="*/ 3919538 h 4048125"/>
                <a:gd name="connsiteX9" fmla="*/ 658178 w 2124075"/>
                <a:gd name="connsiteY9" fmla="*/ 2551748 h 4048125"/>
                <a:gd name="connsiteX10" fmla="*/ 443865 w 2124075"/>
                <a:gd name="connsiteY10" fmla="*/ 1287780 h 4048125"/>
                <a:gd name="connsiteX11" fmla="*/ 1069658 w 2124075"/>
                <a:gd name="connsiteY11" fmla="*/ 641985 h 4048125"/>
                <a:gd name="connsiteX12" fmla="*/ 1898333 w 2124075"/>
                <a:gd name="connsiteY12" fmla="*/ 229552 h 4048125"/>
                <a:gd name="connsiteX13" fmla="*/ 2127885 w 2124075"/>
                <a:gd name="connsiteY13" fmla="*/ 0 h 4048125"/>
                <a:gd name="connsiteX14" fmla="*/ 1830705 w 2124075"/>
                <a:gd name="connsiteY14" fmla="*/ 259080 h 40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24075" h="4048125">
                  <a:moveTo>
                    <a:pt x="1830705" y="259080"/>
                  </a:moveTo>
                  <a:cubicBezTo>
                    <a:pt x="1680210" y="346710"/>
                    <a:pt x="1516380" y="403860"/>
                    <a:pt x="1350645" y="457200"/>
                  </a:cubicBezTo>
                  <a:cubicBezTo>
                    <a:pt x="1212533" y="518160"/>
                    <a:pt x="1071563" y="575310"/>
                    <a:pt x="936307" y="641985"/>
                  </a:cubicBezTo>
                  <a:cubicBezTo>
                    <a:pt x="660083" y="780097"/>
                    <a:pt x="389573" y="988695"/>
                    <a:pt x="310515" y="1287780"/>
                  </a:cubicBezTo>
                  <a:cubicBezTo>
                    <a:pt x="200025" y="1705928"/>
                    <a:pt x="496253" y="2120265"/>
                    <a:pt x="524828" y="2551748"/>
                  </a:cubicBezTo>
                  <a:cubicBezTo>
                    <a:pt x="558165" y="3039428"/>
                    <a:pt x="254318" y="3474720"/>
                    <a:pt x="52388" y="3919538"/>
                  </a:cubicBezTo>
                  <a:cubicBezTo>
                    <a:pt x="33338" y="3960495"/>
                    <a:pt x="16193" y="4004310"/>
                    <a:pt x="0" y="4048125"/>
                  </a:cubicBezTo>
                  <a:lnTo>
                    <a:pt x="133350" y="4048125"/>
                  </a:lnTo>
                  <a:cubicBezTo>
                    <a:pt x="149543" y="4004310"/>
                    <a:pt x="166688" y="3961448"/>
                    <a:pt x="185738" y="3919538"/>
                  </a:cubicBezTo>
                  <a:cubicBezTo>
                    <a:pt x="387668" y="3474720"/>
                    <a:pt x="691515" y="3038475"/>
                    <a:pt x="658178" y="2551748"/>
                  </a:cubicBezTo>
                  <a:cubicBezTo>
                    <a:pt x="628650" y="2120265"/>
                    <a:pt x="333375" y="1705928"/>
                    <a:pt x="443865" y="1287780"/>
                  </a:cubicBezTo>
                  <a:cubicBezTo>
                    <a:pt x="522923" y="988695"/>
                    <a:pt x="792480" y="780097"/>
                    <a:pt x="1069658" y="641985"/>
                  </a:cubicBezTo>
                  <a:cubicBezTo>
                    <a:pt x="1345883" y="503873"/>
                    <a:pt x="1648778" y="411480"/>
                    <a:pt x="1898333" y="229552"/>
                  </a:cubicBezTo>
                  <a:cubicBezTo>
                    <a:pt x="1985010" y="166688"/>
                    <a:pt x="2064067" y="87630"/>
                    <a:pt x="2127885" y="0"/>
                  </a:cubicBezTo>
                  <a:cubicBezTo>
                    <a:pt x="2047875" y="103823"/>
                    <a:pt x="1943100" y="193358"/>
                    <a:pt x="1830705" y="25908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11735773" y="155352"/>
              <a:ext cx="152010" cy="152010"/>
            </a:xfrm>
            <a:custGeom>
              <a:avLst/>
              <a:gdLst>
                <a:gd name="connsiteX0" fmla="*/ 6429 w 104775"/>
                <a:gd name="connsiteY0" fmla="*/ 63579 h 104775"/>
                <a:gd name="connsiteX1" fmla="*/ 23574 w 104775"/>
                <a:gd name="connsiteY1" fmla="*/ 66437 h 104775"/>
                <a:gd name="connsiteX2" fmla="*/ 45482 w 104775"/>
                <a:gd name="connsiteY2" fmla="*/ 88344 h 104775"/>
                <a:gd name="connsiteX3" fmla="*/ 48339 w 104775"/>
                <a:gd name="connsiteY3" fmla="*/ 105489 h 104775"/>
                <a:gd name="connsiteX4" fmla="*/ 63579 w 104775"/>
                <a:gd name="connsiteY4" fmla="*/ 105489 h 104775"/>
                <a:gd name="connsiteX5" fmla="*/ 66437 w 104775"/>
                <a:gd name="connsiteY5" fmla="*/ 88344 h 104775"/>
                <a:gd name="connsiteX6" fmla="*/ 88344 w 104775"/>
                <a:gd name="connsiteY6" fmla="*/ 66437 h 104775"/>
                <a:gd name="connsiteX7" fmla="*/ 105489 w 104775"/>
                <a:gd name="connsiteY7" fmla="*/ 63579 h 104775"/>
                <a:gd name="connsiteX8" fmla="*/ 105489 w 104775"/>
                <a:gd name="connsiteY8" fmla="*/ 48339 h 104775"/>
                <a:gd name="connsiteX9" fmla="*/ 88344 w 104775"/>
                <a:gd name="connsiteY9" fmla="*/ 45482 h 104775"/>
                <a:gd name="connsiteX10" fmla="*/ 66437 w 104775"/>
                <a:gd name="connsiteY10" fmla="*/ 23574 h 104775"/>
                <a:gd name="connsiteX11" fmla="*/ 63579 w 104775"/>
                <a:gd name="connsiteY11" fmla="*/ 6429 h 104775"/>
                <a:gd name="connsiteX12" fmla="*/ 48339 w 104775"/>
                <a:gd name="connsiteY12" fmla="*/ 6429 h 104775"/>
                <a:gd name="connsiteX13" fmla="*/ 45482 w 104775"/>
                <a:gd name="connsiteY13" fmla="*/ 23574 h 104775"/>
                <a:gd name="connsiteX14" fmla="*/ 23574 w 104775"/>
                <a:gd name="connsiteY14" fmla="*/ 45482 h 104775"/>
                <a:gd name="connsiteX15" fmla="*/ 6429 w 104775"/>
                <a:gd name="connsiteY15" fmla="*/ 48339 h 104775"/>
                <a:gd name="connsiteX16" fmla="*/ 6429 w 104775"/>
                <a:gd name="connsiteY16" fmla="*/ 6357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104775">
                  <a:moveTo>
                    <a:pt x="6429" y="63579"/>
                  </a:moveTo>
                  <a:lnTo>
                    <a:pt x="23574" y="66437"/>
                  </a:lnTo>
                  <a:cubicBezTo>
                    <a:pt x="35004" y="68342"/>
                    <a:pt x="43577" y="76914"/>
                    <a:pt x="45482" y="88344"/>
                  </a:cubicBezTo>
                  <a:lnTo>
                    <a:pt x="48339" y="105489"/>
                  </a:lnTo>
                  <a:cubicBezTo>
                    <a:pt x="49292" y="114062"/>
                    <a:pt x="62627" y="114062"/>
                    <a:pt x="63579" y="105489"/>
                  </a:cubicBezTo>
                  <a:lnTo>
                    <a:pt x="66437" y="88344"/>
                  </a:lnTo>
                  <a:cubicBezTo>
                    <a:pt x="68342" y="76914"/>
                    <a:pt x="76914" y="68342"/>
                    <a:pt x="88344" y="66437"/>
                  </a:cubicBezTo>
                  <a:lnTo>
                    <a:pt x="105489" y="63579"/>
                  </a:lnTo>
                  <a:cubicBezTo>
                    <a:pt x="114062" y="62627"/>
                    <a:pt x="114062" y="49292"/>
                    <a:pt x="105489" y="48339"/>
                  </a:cubicBezTo>
                  <a:lnTo>
                    <a:pt x="88344" y="45482"/>
                  </a:lnTo>
                  <a:cubicBezTo>
                    <a:pt x="76914" y="43577"/>
                    <a:pt x="68342" y="35004"/>
                    <a:pt x="66437" y="23574"/>
                  </a:cubicBezTo>
                  <a:lnTo>
                    <a:pt x="63579" y="6429"/>
                  </a:lnTo>
                  <a:cubicBezTo>
                    <a:pt x="62627" y="-2143"/>
                    <a:pt x="49292" y="-2143"/>
                    <a:pt x="48339" y="6429"/>
                  </a:cubicBezTo>
                  <a:lnTo>
                    <a:pt x="45482" y="23574"/>
                  </a:lnTo>
                  <a:cubicBezTo>
                    <a:pt x="43577" y="35004"/>
                    <a:pt x="35004" y="43577"/>
                    <a:pt x="23574" y="45482"/>
                  </a:cubicBezTo>
                  <a:lnTo>
                    <a:pt x="6429" y="48339"/>
                  </a:lnTo>
                  <a:cubicBezTo>
                    <a:pt x="-2143" y="50244"/>
                    <a:pt x="-2143" y="62627"/>
                    <a:pt x="6429" y="63579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9032766" y="2045799"/>
              <a:ext cx="152010" cy="152010"/>
            </a:xfrm>
            <a:custGeom>
              <a:avLst/>
              <a:gdLst>
                <a:gd name="connsiteX0" fmla="*/ 105489 w 104775"/>
                <a:gd name="connsiteY0" fmla="*/ 48339 h 104775"/>
                <a:gd name="connsiteX1" fmla="*/ 88344 w 104775"/>
                <a:gd name="connsiteY1" fmla="*/ 45482 h 104775"/>
                <a:gd name="connsiteX2" fmla="*/ 66437 w 104775"/>
                <a:gd name="connsiteY2" fmla="*/ 23574 h 104775"/>
                <a:gd name="connsiteX3" fmla="*/ 63579 w 104775"/>
                <a:gd name="connsiteY3" fmla="*/ 6429 h 104775"/>
                <a:gd name="connsiteX4" fmla="*/ 48339 w 104775"/>
                <a:gd name="connsiteY4" fmla="*/ 6429 h 104775"/>
                <a:gd name="connsiteX5" fmla="*/ 45482 w 104775"/>
                <a:gd name="connsiteY5" fmla="*/ 23574 h 104775"/>
                <a:gd name="connsiteX6" fmla="*/ 23574 w 104775"/>
                <a:gd name="connsiteY6" fmla="*/ 45482 h 104775"/>
                <a:gd name="connsiteX7" fmla="*/ 6429 w 104775"/>
                <a:gd name="connsiteY7" fmla="*/ 48339 h 104775"/>
                <a:gd name="connsiteX8" fmla="*/ 6429 w 104775"/>
                <a:gd name="connsiteY8" fmla="*/ 63579 h 104775"/>
                <a:gd name="connsiteX9" fmla="*/ 23574 w 104775"/>
                <a:gd name="connsiteY9" fmla="*/ 66437 h 104775"/>
                <a:gd name="connsiteX10" fmla="*/ 45482 w 104775"/>
                <a:gd name="connsiteY10" fmla="*/ 88344 h 104775"/>
                <a:gd name="connsiteX11" fmla="*/ 48339 w 104775"/>
                <a:gd name="connsiteY11" fmla="*/ 105489 h 104775"/>
                <a:gd name="connsiteX12" fmla="*/ 63579 w 104775"/>
                <a:gd name="connsiteY12" fmla="*/ 105489 h 104775"/>
                <a:gd name="connsiteX13" fmla="*/ 66437 w 104775"/>
                <a:gd name="connsiteY13" fmla="*/ 88344 h 104775"/>
                <a:gd name="connsiteX14" fmla="*/ 88344 w 104775"/>
                <a:gd name="connsiteY14" fmla="*/ 66437 h 104775"/>
                <a:gd name="connsiteX15" fmla="*/ 105489 w 104775"/>
                <a:gd name="connsiteY15" fmla="*/ 63579 h 104775"/>
                <a:gd name="connsiteX16" fmla="*/ 105489 w 104775"/>
                <a:gd name="connsiteY16" fmla="*/ 4833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104775">
                  <a:moveTo>
                    <a:pt x="105489" y="48339"/>
                  </a:moveTo>
                  <a:lnTo>
                    <a:pt x="88344" y="45482"/>
                  </a:lnTo>
                  <a:cubicBezTo>
                    <a:pt x="76914" y="43577"/>
                    <a:pt x="68342" y="35004"/>
                    <a:pt x="66437" y="23574"/>
                  </a:cubicBezTo>
                  <a:lnTo>
                    <a:pt x="63579" y="6429"/>
                  </a:lnTo>
                  <a:cubicBezTo>
                    <a:pt x="62627" y="-2143"/>
                    <a:pt x="49292" y="-2143"/>
                    <a:pt x="48339" y="6429"/>
                  </a:cubicBezTo>
                  <a:lnTo>
                    <a:pt x="45482" y="23574"/>
                  </a:lnTo>
                  <a:cubicBezTo>
                    <a:pt x="43577" y="35004"/>
                    <a:pt x="35004" y="43577"/>
                    <a:pt x="23574" y="45482"/>
                  </a:cubicBezTo>
                  <a:lnTo>
                    <a:pt x="6429" y="48339"/>
                  </a:lnTo>
                  <a:cubicBezTo>
                    <a:pt x="-2143" y="49292"/>
                    <a:pt x="-2143" y="62627"/>
                    <a:pt x="6429" y="63579"/>
                  </a:cubicBezTo>
                  <a:lnTo>
                    <a:pt x="23574" y="66437"/>
                  </a:lnTo>
                  <a:cubicBezTo>
                    <a:pt x="35004" y="68342"/>
                    <a:pt x="43577" y="76914"/>
                    <a:pt x="45482" y="88344"/>
                  </a:cubicBezTo>
                  <a:lnTo>
                    <a:pt x="48339" y="105489"/>
                  </a:lnTo>
                  <a:cubicBezTo>
                    <a:pt x="49292" y="114062"/>
                    <a:pt x="62627" y="114062"/>
                    <a:pt x="63579" y="105489"/>
                  </a:cubicBezTo>
                  <a:lnTo>
                    <a:pt x="66437" y="88344"/>
                  </a:lnTo>
                  <a:cubicBezTo>
                    <a:pt x="68342" y="76914"/>
                    <a:pt x="76914" y="68342"/>
                    <a:pt x="88344" y="66437"/>
                  </a:cubicBezTo>
                  <a:lnTo>
                    <a:pt x="105489" y="63579"/>
                  </a:lnTo>
                  <a:cubicBezTo>
                    <a:pt x="114062" y="62627"/>
                    <a:pt x="114062" y="49292"/>
                    <a:pt x="105489" y="4833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11734391" y="3017278"/>
              <a:ext cx="152010" cy="152010"/>
            </a:xfrm>
            <a:custGeom>
              <a:avLst/>
              <a:gdLst>
                <a:gd name="connsiteX0" fmla="*/ 105489 w 104775"/>
                <a:gd name="connsiteY0" fmla="*/ 48339 h 104775"/>
                <a:gd name="connsiteX1" fmla="*/ 88344 w 104775"/>
                <a:gd name="connsiteY1" fmla="*/ 45482 h 104775"/>
                <a:gd name="connsiteX2" fmla="*/ 66437 w 104775"/>
                <a:gd name="connsiteY2" fmla="*/ 23574 h 104775"/>
                <a:gd name="connsiteX3" fmla="*/ 63579 w 104775"/>
                <a:gd name="connsiteY3" fmla="*/ 6429 h 104775"/>
                <a:gd name="connsiteX4" fmla="*/ 48339 w 104775"/>
                <a:gd name="connsiteY4" fmla="*/ 6429 h 104775"/>
                <a:gd name="connsiteX5" fmla="*/ 45482 w 104775"/>
                <a:gd name="connsiteY5" fmla="*/ 23574 h 104775"/>
                <a:gd name="connsiteX6" fmla="*/ 23574 w 104775"/>
                <a:gd name="connsiteY6" fmla="*/ 45482 h 104775"/>
                <a:gd name="connsiteX7" fmla="*/ 6429 w 104775"/>
                <a:gd name="connsiteY7" fmla="*/ 48339 h 104775"/>
                <a:gd name="connsiteX8" fmla="*/ 6429 w 104775"/>
                <a:gd name="connsiteY8" fmla="*/ 63579 h 104775"/>
                <a:gd name="connsiteX9" fmla="*/ 23574 w 104775"/>
                <a:gd name="connsiteY9" fmla="*/ 66437 h 104775"/>
                <a:gd name="connsiteX10" fmla="*/ 45482 w 104775"/>
                <a:gd name="connsiteY10" fmla="*/ 88344 h 104775"/>
                <a:gd name="connsiteX11" fmla="*/ 48339 w 104775"/>
                <a:gd name="connsiteY11" fmla="*/ 105489 h 104775"/>
                <a:gd name="connsiteX12" fmla="*/ 63579 w 104775"/>
                <a:gd name="connsiteY12" fmla="*/ 105489 h 104775"/>
                <a:gd name="connsiteX13" fmla="*/ 66437 w 104775"/>
                <a:gd name="connsiteY13" fmla="*/ 88344 h 104775"/>
                <a:gd name="connsiteX14" fmla="*/ 88344 w 104775"/>
                <a:gd name="connsiteY14" fmla="*/ 66437 h 104775"/>
                <a:gd name="connsiteX15" fmla="*/ 105489 w 104775"/>
                <a:gd name="connsiteY15" fmla="*/ 63579 h 104775"/>
                <a:gd name="connsiteX16" fmla="*/ 105489 w 104775"/>
                <a:gd name="connsiteY16" fmla="*/ 4833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104775">
                  <a:moveTo>
                    <a:pt x="105489" y="48339"/>
                  </a:moveTo>
                  <a:lnTo>
                    <a:pt x="88344" y="45482"/>
                  </a:lnTo>
                  <a:cubicBezTo>
                    <a:pt x="76914" y="43577"/>
                    <a:pt x="68342" y="35004"/>
                    <a:pt x="66437" y="23574"/>
                  </a:cubicBezTo>
                  <a:lnTo>
                    <a:pt x="63579" y="6429"/>
                  </a:lnTo>
                  <a:cubicBezTo>
                    <a:pt x="62627" y="-2143"/>
                    <a:pt x="49292" y="-2143"/>
                    <a:pt x="48339" y="6429"/>
                  </a:cubicBezTo>
                  <a:lnTo>
                    <a:pt x="45482" y="23574"/>
                  </a:lnTo>
                  <a:cubicBezTo>
                    <a:pt x="43577" y="35004"/>
                    <a:pt x="35004" y="43577"/>
                    <a:pt x="23574" y="45482"/>
                  </a:cubicBezTo>
                  <a:lnTo>
                    <a:pt x="6429" y="48339"/>
                  </a:lnTo>
                  <a:cubicBezTo>
                    <a:pt x="-2143" y="49292"/>
                    <a:pt x="-2143" y="62627"/>
                    <a:pt x="6429" y="63579"/>
                  </a:cubicBezTo>
                  <a:lnTo>
                    <a:pt x="23574" y="66437"/>
                  </a:lnTo>
                  <a:cubicBezTo>
                    <a:pt x="35004" y="68342"/>
                    <a:pt x="43577" y="76914"/>
                    <a:pt x="45482" y="88344"/>
                  </a:cubicBezTo>
                  <a:lnTo>
                    <a:pt x="48339" y="105489"/>
                  </a:lnTo>
                  <a:cubicBezTo>
                    <a:pt x="49292" y="114062"/>
                    <a:pt x="62627" y="114062"/>
                    <a:pt x="63579" y="105489"/>
                  </a:cubicBezTo>
                  <a:lnTo>
                    <a:pt x="66437" y="88344"/>
                  </a:lnTo>
                  <a:cubicBezTo>
                    <a:pt x="68342" y="76914"/>
                    <a:pt x="76914" y="68342"/>
                    <a:pt x="88344" y="66437"/>
                  </a:cubicBezTo>
                  <a:lnTo>
                    <a:pt x="105489" y="63579"/>
                  </a:lnTo>
                  <a:cubicBezTo>
                    <a:pt x="114062" y="62627"/>
                    <a:pt x="114062" y="49292"/>
                    <a:pt x="105489" y="4833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8103795" y="6185359"/>
              <a:ext cx="152010" cy="152010"/>
            </a:xfrm>
            <a:custGeom>
              <a:avLst/>
              <a:gdLst>
                <a:gd name="connsiteX0" fmla="*/ 105489 w 104775"/>
                <a:gd name="connsiteY0" fmla="*/ 48339 h 104775"/>
                <a:gd name="connsiteX1" fmla="*/ 88344 w 104775"/>
                <a:gd name="connsiteY1" fmla="*/ 45482 h 104775"/>
                <a:gd name="connsiteX2" fmla="*/ 66437 w 104775"/>
                <a:gd name="connsiteY2" fmla="*/ 23574 h 104775"/>
                <a:gd name="connsiteX3" fmla="*/ 63579 w 104775"/>
                <a:gd name="connsiteY3" fmla="*/ 6429 h 104775"/>
                <a:gd name="connsiteX4" fmla="*/ 48339 w 104775"/>
                <a:gd name="connsiteY4" fmla="*/ 6429 h 104775"/>
                <a:gd name="connsiteX5" fmla="*/ 45482 w 104775"/>
                <a:gd name="connsiteY5" fmla="*/ 23574 h 104775"/>
                <a:gd name="connsiteX6" fmla="*/ 23574 w 104775"/>
                <a:gd name="connsiteY6" fmla="*/ 45482 h 104775"/>
                <a:gd name="connsiteX7" fmla="*/ 6429 w 104775"/>
                <a:gd name="connsiteY7" fmla="*/ 48339 h 104775"/>
                <a:gd name="connsiteX8" fmla="*/ 6429 w 104775"/>
                <a:gd name="connsiteY8" fmla="*/ 63579 h 104775"/>
                <a:gd name="connsiteX9" fmla="*/ 23574 w 104775"/>
                <a:gd name="connsiteY9" fmla="*/ 66437 h 104775"/>
                <a:gd name="connsiteX10" fmla="*/ 45482 w 104775"/>
                <a:gd name="connsiteY10" fmla="*/ 88344 h 104775"/>
                <a:gd name="connsiteX11" fmla="*/ 48339 w 104775"/>
                <a:gd name="connsiteY11" fmla="*/ 105489 h 104775"/>
                <a:gd name="connsiteX12" fmla="*/ 63579 w 104775"/>
                <a:gd name="connsiteY12" fmla="*/ 105489 h 104775"/>
                <a:gd name="connsiteX13" fmla="*/ 66437 w 104775"/>
                <a:gd name="connsiteY13" fmla="*/ 88344 h 104775"/>
                <a:gd name="connsiteX14" fmla="*/ 88344 w 104775"/>
                <a:gd name="connsiteY14" fmla="*/ 66437 h 104775"/>
                <a:gd name="connsiteX15" fmla="*/ 105489 w 104775"/>
                <a:gd name="connsiteY15" fmla="*/ 63579 h 104775"/>
                <a:gd name="connsiteX16" fmla="*/ 105489 w 104775"/>
                <a:gd name="connsiteY16" fmla="*/ 4833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104775">
                  <a:moveTo>
                    <a:pt x="105489" y="48339"/>
                  </a:moveTo>
                  <a:lnTo>
                    <a:pt x="88344" y="45482"/>
                  </a:lnTo>
                  <a:cubicBezTo>
                    <a:pt x="76914" y="43577"/>
                    <a:pt x="68342" y="35004"/>
                    <a:pt x="66437" y="23574"/>
                  </a:cubicBezTo>
                  <a:lnTo>
                    <a:pt x="63579" y="6429"/>
                  </a:lnTo>
                  <a:cubicBezTo>
                    <a:pt x="62627" y="-2143"/>
                    <a:pt x="49292" y="-2143"/>
                    <a:pt x="48339" y="6429"/>
                  </a:cubicBezTo>
                  <a:lnTo>
                    <a:pt x="45482" y="23574"/>
                  </a:lnTo>
                  <a:cubicBezTo>
                    <a:pt x="43577" y="35004"/>
                    <a:pt x="35004" y="43577"/>
                    <a:pt x="23574" y="45482"/>
                  </a:cubicBezTo>
                  <a:lnTo>
                    <a:pt x="6429" y="48339"/>
                  </a:lnTo>
                  <a:cubicBezTo>
                    <a:pt x="-2143" y="49292"/>
                    <a:pt x="-2143" y="62627"/>
                    <a:pt x="6429" y="63579"/>
                  </a:cubicBezTo>
                  <a:lnTo>
                    <a:pt x="23574" y="66437"/>
                  </a:lnTo>
                  <a:cubicBezTo>
                    <a:pt x="35004" y="68342"/>
                    <a:pt x="43577" y="76914"/>
                    <a:pt x="45482" y="88344"/>
                  </a:cubicBezTo>
                  <a:lnTo>
                    <a:pt x="48339" y="105489"/>
                  </a:lnTo>
                  <a:cubicBezTo>
                    <a:pt x="49292" y="114062"/>
                    <a:pt x="62627" y="114062"/>
                    <a:pt x="63579" y="105489"/>
                  </a:cubicBezTo>
                  <a:lnTo>
                    <a:pt x="66437" y="88344"/>
                  </a:lnTo>
                  <a:cubicBezTo>
                    <a:pt x="68342" y="76914"/>
                    <a:pt x="76914" y="68342"/>
                    <a:pt x="88344" y="66437"/>
                  </a:cubicBezTo>
                  <a:lnTo>
                    <a:pt x="105489" y="63579"/>
                  </a:lnTo>
                  <a:cubicBezTo>
                    <a:pt x="114062" y="62627"/>
                    <a:pt x="114062" y="50244"/>
                    <a:pt x="105489" y="4833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10705527" y="231357"/>
              <a:ext cx="152010" cy="152010"/>
            </a:xfrm>
            <a:custGeom>
              <a:avLst/>
              <a:gdLst>
                <a:gd name="connsiteX0" fmla="*/ 104537 w 104775"/>
                <a:gd name="connsiteY0" fmla="*/ 48339 h 104775"/>
                <a:gd name="connsiteX1" fmla="*/ 87392 w 104775"/>
                <a:gd name="connsiteY1" fmla="*/ 45482 h 104775"/>
                <a:gd name="connsiteX2" fmla="*/ 65484 w 104775"/>
                <a:gd name="connsiteY2" fmla="*/ 23574 h 104775"/>
                <a:gd name="connsiteX3" fmla="*/ 62627 w 104775"/>
                <a:gd name="connsiteY3" fmla="*/ 6429 h 104775"/>
                <a:gd name="connsiteX4" fmla="*/ 47387 w 104775"/>
                <a:gd name="connsiteY4" fmla="*/ 6429 h 104775"/>
                <a:gd name="connsiteX5" fmla="*/ 44529 w 104775"/>
                <a:gd name="connsiteY5" fmla="*/ 23574 h 104775"/>
                <a:gd name="connsiteX6" fmla="*/ 22622 w 104775"/>
                <a:gd name="connsiteY6" fmla="*/ 45482 h 104775"/>
                <a:gd name="connsiteX7" fmla="*/ 6429 w 104775"/>
                <a:gd name="connsiteY7" fmla="*/ 48339 h 104775"/>
                <a:gd name="connsiteX8" fmla="*/ 6429 w 104775"/>
                <a:gd name="connsiteY8" fmla="*/ 63579 h 104775"/>
                <a:gd name="connsiteX9" fmla="*/ 23574 w 104775"/>
                <a:gd name="connsiteY9" fmla="*/ 66437 h 104775"/>
                <a:gd name="connsiteX10" fmla="*/ 45482 w 104775"/>
                <a:gd name="connsiteY10" fmla="*/ 88344 h 104775"/>
                <a:gd name="connsiteX11" fmla="*/ 48339 w 104775"/>
                <a:gd name="connsiteY11" fmla="*/ 105489 h 104775"/>
                <a:gd name="connsiteX12" fmla="*/ 63579 w 104775"/>
                <a:gd name="connsiteY12" fmla="*/ 105489 h 104775"/>
                <a:gd name="connsiteX13" fmla="*/ 66437 w 104775"/>
                <a:gd name="connsiteY13" fmla="*/ 88344 h 104775"/>
                <a:gd name="connsiteX14" fmla="*/ 88344 w 104775"/>
                <a:gd name="connsiteY14" fmla="*/ 66437 h 104775"/>
                <a:gd name="connsiteX15" fmla="*/ 105489 w 104775"/>
                <a:gd name="connsiteY15" fmla="*/ 63579 h 104775"/>
                <a:gd name="connsiteX16" fmla="*/ 104537 w 104775"/>
                <a:gd name="connsiteY16" fmla="*/ 4833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104775">
                  <a:moveTo>
                    <a:pt x="104537" y="48339"/>
                  </a:moveTo>
                  <a:lnTo>
                    <a:pt x="87392" y="45482"/>
                  </a:lnTo>
                  <a:cubicBezTo>
                    <a:pt x="75962" y="43577"/>
                    <a:pt x="67389" y="35004"/>
                    <a:pt x="65484" y="23574"/>
                  </a:cubicBezTo>
                  <a:lnTo>
                    <a:pt x="62627" y="6429"/>
                  </a:lnTo>
                  <a:cubicBezTo>
                    <a:pt x="61674" y="-2143"/>
                    <a:pt x="48339" y="-2143"/>
                    <a:pt x="47387" y="6429"/>
                  </a:cubicBezTo>
                  <a:lnTo>
                    <a:pt x="44529" y="23574"/>
                  </a:lnTo>
                  <a:cubicBezTo>
                    <a:pt x="42624" y="35004"/>
                    <a:pt x="34052" y="43577"/>
                    <a:pt x="22622" y="45482"/>
                  </a:cubicBezTo>
                  <a:lnTo>
                    <a:pt x="6429" y="48339"/>
                  </a:lnTo>
                  <a:cubicBezTo>
                    <a:pt x="-2143" y="49292"/>
                    <a:pt x="-2143" y="62627"/>
                    <a:pt x="6429" y="63579"/>
                  </a:cubicBezTo>
                  <a:lnTo>
                    <a:pt x="23574" y="66437"/>
                  </a:lnTo>
                  <a:cubicBezTo>
                    <a:pt x="35004" y="68342"/>
                    <a:pt x="43577" y="76914"/>
                    <a:pt x="45482" y="88344"/>
                  </a:cubicBezTo>
                  <a:lnTo>
                    <a:pt x="48339" y="105489"/>
                  </a:lnTo>
                  <a:cubicBezTo>
                    <a:pt x="49292" y="114062"/>
                    <a:pt x="62627" y="114062"/>
                    <a:pt x="63579" y="105489"/>
                  </a:cubicBezTo>
                  <a:lnTo>
                    <a:pt x="66437" y="88344"/>
                  </a:lnTo>
                  <a:cubicBezTo>
                    <a:pt x="68342" y="76914"/>
                    <a:pt x="76914" y="68342"/>
                    <a:pt x="88344" y="66437"/>
                  </a:cubicBezTo>
                  <a:lnTo>
                    <a:pt x="105489" y="63579"/>
                  </a:lnTo>
                  <a:cubicBezTo>
                    <a:pt x="113109" y="62627"/>
                    <a:pt x="113109" y="50244"/>
                    <a:pt x="104537" y="48339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8600940" y="5188121"/>
              <a:ext cx="124372" cy="124371"/>
            </a:xfrm>
            <a:custGeom>
              <a:avLst/>
              <a:gdLst>
                <a:gd name="connsiteX0" fmla="*/ 82153 w 85725"/>
                <a:gd name="connsiteY0" fmla="*/ 37386 h 85725"/>
                <a:gd name="connsiteX1" fmla="*/ 68818 w 85725"/>
                <a:gd name="connsiteY1" fmla="*/ 35481 h 85725"/>
                <a:gd name="connsiteX2" fmla="*/ 51673 w 85725"/>
                <a:gd name="connsiteY2" fmla="*/ 18336 h 85725"/>
                <a:gd name="connsiteX3" fmla="*/ 49768 w 85725"/>
                <a:gd name="connsiteY3" fmla="*/ 5001 h 85725"/>
                <a:gd name="connsiteX4" fmla="*/ 37386 w 85725"/>
                <a:gd name="connsiteY4" fmla="*/ 5001 h 85725"/>
                <a:gd name="connsiteX5" fmla="*/ 35481 w 85725"/>
                <a:gd name="connsiteY5" fmla="*/ 18336 h 85725"/>
                <a:gd name="connsiteX6" fmla="*/ 18336 w 85725"/>
                <a:gd name="connsiteY6" fmla="*/ 35481 h 85725"/>
                <a:gd name="connsiteX7" fmla="*/ 5001 w 85725"/>
                <a:gd name="connsiteY7" fmla="*/ 37386 h 85725"/>
                <a:gd name="connsiteX8" fmla="*/ 5001 w 85725"/>
                <a:gd name="connsiteY8" fmla="*/ 49768 h 85725"/>
                <a:gd name="connsiteX9" fmla="*/ 18336 w 85725"/>
                <a:gd name="connsiteY9" fmla="*/ 51673 h 85725"/>
                <a:gd name="connsiteX10" fmla="*/ 35481 w 85725"/>
                <a:gd name="connsiteY10" fmla="*/ 68818 h 85725"/>
                <a:gd name="connsiteX11" fmla="*/ 37386 w 85725"/>
                <a:gd name="connsiteY11" fmla="*/ 82153 h 85725"/>
                <a:gd name="connsiteX12" fmla="*/ 49768 w 85725"/>
                <a:gd name="connsiteY12" fmla="*/ 82153 h 85725"/>
                <a:gd name="connsiteX13" fmla="*/ 51673 w 85725"/>
                <a:gd name="connsiteY13" fmla="*/ 68818 h 85725"/>
                <a:gd name="connsiteX14" fmla="*/ 68818 w 85725"/>
                <a:gd name="connsiteY14" fmla="*/ 51673 h 85725"/>
                <a:gd name="connsiteX15" fmla="*/ 82153 w 85725"/>
                <a:gd name="connsiteY15" fmla="*/ 49768 h 85725"/>
                <a:gd name="connsiteX16" fmla="*/ 82153 w 85725"/>
                <a:gd name="connsiteY16" fmla="*/ 3738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725" h="85725">
                  <a:moveTo>
                    <a:pt x="82153" y="37386"/>
                  </a:moveTo>
                  <a:lnTo>
                    <a:pt x="68818" y="35481"/>
                  </a:lnTo>
                  <a:cubicBezTo>
                    <a:pt x="60246" y="34528"/>
                    <a:pt x="52626" y="26908"/>
                    <a:pt x="51673" y="18336"/>
                  </a:cubicBezTo>
                  <a:lnTo>
                    <a:pt x="49768" y="5001"/>
                  </a:lnTo>
                  <a:cubicBezTo>
                    <a:pt x="48816" y="-1667"/>
                    <a:pt x="38338" y="-1667"/>
                    <a:pt x="37386" y="5001"/>
                  </a:cubicBezTo>
                  <a:lnTo>
                    <a:pt x="35481" y="18336"/>
                  </a:lnTo>
                  <a:cubicBezTo>
                    <a:pt x="34528" y="26908"/>
                    <a:pt x="26908" y="34528"/>
                    <a:pt x="18336" y="35481"/>
                  </a:cubicBezTo>
                  <a:lnTo>
                    <a:pt x="5001" y="37386"/>
                  </a:lnTo>
                  <a:cubicBezTo>
                    <a:pt x="-1667" y="38338"/>
                    <a:pt x="-1667" y="48816"/>
                    <a:pt x="5001" y="49768"/>
                  </a:cubicBezTo>
                  <a:lnTo>
                    <a:pt x="18336" y="51673"/>
                  </a:lnTo>
                  <a:cubicBezTo>
                    <a:pt x="26908" y="52626"/>
                    <a:pt x="34528" y="60246"/>
                    <a:pt x="35481" y="68818"/>
                  </a:cubicBezTo>
                  <a:lnTo>
                    <a:pt x="37386" y="82153"/>
                  </a:lnTo>
                  <a:cubicBezTo>
                    <a:pt x="38338" y="88821"/>
                    <a:pt x="48816" y="88821"/>
                    <a:pt x="49768" y="82153"/>
                  </a:cubicBezTo>
                  <a:lnTo>
                    <a:pt x="51673" y="68818"/>
                  </a:lnTo>
                  <a:cubicBezTo>
                    <a:pt x="52626" y="60246"/>
                    <a:pt x="60246" y="52626"/>
                    <a:pt x="68818" y="51673"/>
                  </a:cubicBezTo>
                  <a:lnTo>
                    <a:pt x="82153" y="49768"/>
                  </a:lnTo>
                  <a:cubicBezTo>
                    <a:pt x="88821" y="48816"/>
                    <a:pt x="88821" y="38338"/>
                    <a:pt x="82153" y="3738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11523651" y="6464441"/>
              <a:ext cx="124372" cy="124371"/>
            </a:xfrm>
            <a:custGeom>
              <a:avLst/>
              <a:gdLst>
                <a:gd name="connsiteX0" fmla="*/ 82153 w 85725"/>
                <a:gd name="connsiteY0" fmla="*/ 37386 h 85725"/>
                <a:gd name="connsiteX1" fmla="*/ 68818 w 85725"/>
                <a:gd name="connsiteY1" fmla="*/ 35481 h 85725"/>
                <a:gd name="connsiteX2" fmla="*/ 51673 w 85725"/>
                <a:gd name="connsiteY2" fmla="*/ 18336 h 85725"/>
                <a:gd name="connsiteX3" fmla="*/ 49768 w 85725"/>
                <a:gd name="connsiteY3" fmla="*/ 5001 h 85725"/>
                <a:gd name="connsiteX4" fmla="*/ 37386 w 85725"/>
                <a:gd name="connsiteY4" fmla="*/ 5001 h 85725"/>
                <a:gd name="connsiteX5" fmla="*/ 35481 w 85725"/>
                <a:gd name="connsiteY5" fmla="*/ 18336 h 85725"/>
                <a:gd name="connsiteX6" fmla="*/ 18336 w 85725"/>
                <a:gd name="connsiteY6" fmla="*/ 35481 h 85725"/>
                <a:gd name="connsiteX7" fmla="*/ 5001 w 85725"/>
                <a:gd name="connsiteY7" fmla="*/ 37386 h 85725"/>
                <a:gd name="connsiteX8" fmla="*/ 5001 w 85725"/>
                <a:gd name="connsiteY8" fmla="*/ 49768 h 85725"/>
                <a:gd name="connsiteX9" fmla="*/ 18336 w 85725"/>
                <a:gd name="connsiteY9" fmla="*/ 51673 h 85725"/>
                <a:gd name="connsiteX10" fmla="*/ 35481 w 85725"/>
                <a:gd name="connsiteY10" fmla="*/ 68818 h 85725"/>
                <a:gd name="connsiteX11" fmla="*/ 37386 w 85725"/>
                <a:gd name="connsiteY11" fmla="*/ 82153 h 85725"/>
                <a:gd name="connsiteX12" fmla="*/ 49768 w 85725"/>
                <a:gd name="connsiteY12" fmla="*/ 82153 h 85725"/>
                <a:gd name="connsiteX13" fmla="*/ 51673 w 85725"/>
                <a:gd name="connsiteY13" fmla="*/ 68818 h 85725"/>
                <a:gd name="connsiteX14" fmla="*/ 68818 w 85725"/>
                <a:gd name="connsiteY14" fmla="*/ 51673 h 85725"/>
                <a:gd name="connsiteX15" fmla="*/ 82153 w 85725"/>
                <a:gd name="connsiteY15" fmla="*/ 49768 h 85725"/>
                <a:gd name="connsiteX16" fmla="*/ 82153 w 85725"/>
                <a:gd name="connsiteY16" fmla="*/ 3738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725" h="85725">
                  <a:moveTo>
                    <a:pt x="82153" y="37386"/>
                  </a:moveTo>
                  <a:lnTo>
                    <a:pt x="68818" y="35481"/>
                  </a:lnTo>
                  <a:cubicBezTo>
                    <a:pt x="60246" y="34528"/>
                    <a:pt x="52626" y="26908"/>
                    <a:pt x="51673" y="18336"/>
                  </a:cubicBezTo>
                  <a:lnTo>
                    <a:pt x="49768" y="5001"/>
                  </a:lnTo>
                  <a:cubicBezTo>
                    <a:pt x="48816" y="-1667"/>
                    <a:pt x="38338" y="-1667"/>
                    <a:pt x="37386" y="5001"/>
                  </a:cubicBezTo>
                  <a:lnTo>
                    <a:pt x="35481" y="18336"/>
                  </a:lnTo>
                  <a:cubicBezTo>
                    <a:pt x="34528" y="26908"/>
                    <a:pt x="26908" y="34528"/>
                    <a:pt x="18336" y="35481"/>
                  </a:cubicBezTo>
                  <a:lnTo>
                    <a:pt x="5001" y="37386"/>
                  </a:lnTo>
                  <a:cubicBezTo>
                    <a:pt x="-1667" y="38338"/>
                    <a:pt x="-1667" y="48816"/>
                    <a:pt x="5001" y="49768"/>
                  </a:cubicBezTo>
                  <a:lnTo>
                    <a:pt x="18336" y="51673"/>
                  </a:lnTo>
                  <a:cubicBezTo>
                    <a:pt x="26908" y="52626"/>
                    <a:pt x="34528" y="60246"/>
                    <a:pt x="35481" y="68818"/>
                  </a:cubicBezTo>
                  <a:lnTo>
                    <a:pt x="37386" y="82153"/>
                  </a:lnTo>
                  <a:cubicBezTo>
                    <a:pt x="38338" y="88821"/>
                    <a:pt x="48816" y="88821"/>
                    <a:pt x="49768" y="82153"/>
                  </a:cubicBezTo>
                  <a:lnTo>
                    <a:pt x="51673" y="68818"/>
                  </a:lnTo>
                  <a:cubicBezTo>
                    <a:pt x="52626" y="60246"/>
                    <a:pt x="60246" y="52626"/>
                    <a:pt x="68818" y="51673"/>
                  </a:cubicBezTo>
                  <a:lnTo>
                    <a:pt x="82153" y="49768"/>
                  </a:lnTo>
                  <a:cubicBezTo>
                    <a:pt x="88821" y="47863"/>
                    <a:pt x="88821" y="38338"/>
                    <a:pt x="82153" y="3738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9765269" y="2922715"/>
              <a:ext cx="124372" cy="124371"/>
            </a:xfrm>
            <a:custGeom>
              <a:avLst/>
              <a:gdLst>
                <a:gd name="connsiteX0" fmla="*/ 82153 w 85725"/>
                <a:gd name="connsiteY0" fmla="*/ 37386 h 85725"/>
                <a:gd name="connsiteX1" fmla="*/ 68818 w 85725"/>
                <a:gd name="connsiteY1" fmla="*/ 35481 h 85725"/>
                <a:gd name="connsiteX2" fmla="*/ 51673 w 85725"/>
                <a:gd name="connsiteY2" fmla="*/ 18336 h 85725"/>
                <a:gd name="connsiteX3" fmla="*/ 49768 w 85725"/>
                <a:gd name="connsiteY3" fmla="*/ 5001 h 85725"/>
                <a:gd name="connsiteX4" fmla="*/ 37386 w 85725"/>
                <a:gd name="connsiteY4" fmla="*/ 5001 h 85725"/>
                <a:gd name="connsiteX5" fmla="*/ 35481 w 85725"/>
                <a:gd name="connsiteY5" fmla="*/ 18336 h 85725"/>
                <a:gd name="connsiteX6" fmla="*/ 18336 w 85725"/>
                <a:gd name="connsiteY6" fmla="*/ 35481 h 85725"/>
                <a:gd name="connsiteX7" fmla="*/ 5001 w 85725"/>
                <a:gd name="connsiteY7" fmla="*/ 37386 h 85725"/>
                <a:gd name="connsiteX8" fmla="*/ 5001 w 85725"/>
                <a:gd name="connsiteY8" fmla="*/ 49768 h 85725"/>
                <a:gd name="connsiteX9" fmla="*/ 18336 w 85725"/>
                <a:gd name="connsiteY9" fmla="*/ 51673 h 85725"/>
                <a:gd name="connsiteX10" fmla="*/ 35481 w 85725"/>
                <a:gd name="connsiteY10" fmla="*/ 68818 h 85725"/>
                <a:gd name="connsiteX11" fmla="*/ 37386 w 85725"/>
                <a:gd name="connsiteY11" fmla="*/ 82153 h 85725"/>
                <a:gd name="connsiteX12" fmla="*/ 49768 w 85725"/>
                <a:gd name="connsiteY12" fmla="*/ 82153 h 85725"/>
                <a:gd name="connsiteX13" fmla="*/ 51673 w 85725"/>
                <a:gd name="connsiteY13" fmla="*/ 68818 h 85725"/>
                <a:gd name="connsiteX14" fmla="*/ 68818 w 85725"/>
                <a:gd name="connsiteY14" fmla="*/ 51673 h 85725"/>
                <a:gd name="connsiteX15" fmla="*/ 82153 w 85725"/>
                <a:gd name="connsiteY15" fmla="*/ 49768 h 85725"/>
                <a:gd name="connsiteX16" fmla="*/ 82153 w 85725"/>
                <a:gd name="connsiteY16" fmla="*/ 3738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725" h="85725">
                  <a:moveTo>
                    <a:pt x="82153" y="37386"/>
                  </a:moveTo>
                  <a:lnTo>
                    <a:pt x="68818" y="35481"/>
                  </a:lnTo>
                  <a:cubicBezTo>
                    <a:pt x="60246" y="34528"/>
                    <a:pt x="52626" y="26908"/>
                    <a:pt x="51673" y="18336"/>
                  </a:cubicBezTo>
                  <a:lnTo>
                    <a:pt x="49768" y="5001"/>
                  </a:lnTo>
                  <a:cubicBezTo>
                    <a:pt x="48816" y="-1667"/>
                    <a:pt x="38338" y="-1667"/>
                    <a:pt x="37386" y="5001"/>
                  </a:cubicBezTo>
                  <a:lnTo>
                    <a:pt x="35481" y="18336"/>
                  </a:lnTo>
                  <a:cubicBezTo>
                    <a:pt x="34528" y="26908"/>
                    <a:pt x="26908" y="34528"/>
                    <a:pt x="18336" y="35481"/>
                  </a:cubicBezTo>
                  <a:lnTo>
                    <a:pt x="5001" y="37386"/>
                  </a:lnTo>
                  <a:cubicBezTo>
                    <a:pt x="-1667" y="38338"/>
                    <a:pt x="-1667" y="48816"/>
                    <a:pt x="5001" y="49768"/>
                  </a:cubicBezTo>
                  <a:lnTo>
                    <a:pt x="18336" y="51673"/>
                  </a:lnTo>
                  <a:cubicBezTo>
                    <a:pt x="26908" y="52626"/>
                    <a:pt x="34528" y="60246"/>
                    <a:pt x="35481" y="68818"/>
                  </a:cubicBezTo>
                  <a:lnTo>
                    <a:pt x="37386" y="82153"/>
                  </a:lnTo>
                  <a:cubicBezTo>
                    <a:pt x="38338" y="88821"/>
                    <a:pt x="48816" y="88821"/>
                    <a:pt x="49768" y="82153"/>
                  </a:cubicBezTo>
                  <a:lnTo>
                    <a:pt x="51673" y="68818"/>
                  </a:lnTo>
                  <a:cubicBezTo>
                    <a:pt x="52626" y="60246"/>
                    <a:pt x="60246" y="52626"/>
                    <a:pt x="68818" y="51673"/>
                  </a:cubicBezTo>
                  <a:lnTo>
                    <a:pt x="82153" y="49768"/>
                  </a:lnTo>
                  <a:cubicBezTo>
                    <a:pt x="88821" y="47863"/>
                    <a:pt x="88821" y="38338"/>
                    <a:pt x="82153" y="37386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11380440" y="1910946"/>
              <a:ext cx="69095" cy="69095"/>
            </a:xfrm>
            <a:custGeom>
              <a:avLst/>
              <a:gdLst>
                <a:gd name="connsiteX0" fmla="*/ 3572 w 47625"/>
                <a:gd name="connsiteY0" fmla="*/ 29527 h 47625"/>
                <a:gd name="connsiteX1" fmla="*/ 11192 w 47625"/>
                <a:gd name="connsiteY1" fmla="*/ 30480 h 47625"/>
                <a:gd name="connsiteX2" fmla="*/ 21669 w 47625"/>
                <a:gd name="connsiteY2" fmla="*/ 40957 h 47625"/>
                <a:gd name="connsiteX3" fmla="*/ 22622 w 47625"/>
                <a:gd name="connsiteY3" fmla="*/ 48577 h 47625"/>
                <a:gd name="connsiteX4" fmla="*/ 30242 w 47625"/>
                <a:gd name="connsiteY4" fmla="*/ 48577 h 47625"/>
                <a:gd name="connsiteX5" fmla="*/ 31194 w 47625"/>
                <a:gd name="connsiteY5" fmla="*/ 40957 h 47625"/>
                <a:gd name="connsiteX6" fmla="*/ 41672 w 47625"/>
                <a:gd name="connsiteY6" fmla="*/ 30480 h 47625"/>
                <a:gd name="connsiteX7" fmla="*/ 49292 w 47625"/>
                <a:gd name="connsiteY7" fmla="*/ 29527 h 47625"/>
                <a:gd name="connsiteX8" fmla="*/ 49292 w 47625"/>
                <a:gd name="connsiteY8" fmla="*/ 21907 h 47625"/>
                <a:gd name="connsiteX9" fmla="*/ 41672 w 47625"/>
                <a:gd name="connsiteY9" fmla="*/ 20955 h 47625"/>
                <a:gd name="connsiteX10" fmla="*/ 31194 w 47625"/>
                <a:gd name="connsiteY10" fmla="*/ 10477 h 47625"/>
                <a:gd name="connsiteX11" fmla="*/ 30242 w 47625"/>
                <a:gd name="connsiteY11" fmla="*/ 2857 h 47625"/>
                <a:gd name="connsiteX12" fmla="*/ 22622 w 47625"/>
                <a:gd name="connsiteY12" fmla="*/ 2857 h 47625"/>
                <a:gd name="connsiteX13" fmla="*/ 21669 w 47625"/>
                <a:gd name="connsiteY13" fmla="*/ 10477 h 47625"/>
                <a:gd name="connsiteX14" fmla="*/ 11192 w 47625"/>
                <a:gd name="connsiteY14" fmla="*/ 20955 h 47625"/>
                <a:gd name="connsiteX15" fmla="*/ 3572 w 47625"/>
                <a:gd name="connsiteY15" fmla="*/ 21907 h 47625"/>
                <a:gd name="connsiteX16" fmla="*/ 3572 w 47625"/>
                <a:gd name="connsiteY16" fmla="*/ 2952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3572" y="29527"/>
                  </a:moveTo>
                  <a:lnTo>
                    <a:pt x="11192" y="30480"/>
                  </a:lnTo>
                  <a:cubicBezTo>
                    <a:pt x="15954" y="31432"/>
                    <a:pt x="20717" y="35242"/>
                    <a:pt x="21669" y="40957"/>
                  </a:cubicBezTo>
                  <a:lnTo>
                    <a:pt x="22622" y="48577"/>
                  </a:lnTo>
                  <a:cubicBezTo>
                    <a:pt x="23574" y="52388"/>
                    <a:pt x="29289" y="52388"/>
                    <a:pt x="30242" y="48577"/>
                  </a:cubicBezTo>
                  <a:lnTo>
                    <a:pt x="31194" y="40957"/>
                  </a:lnTo>
                  <a:cubicBezTo>
                    <a:pt x="32147" y="36195"/>
                    <a:pt x="35957" y="31432"/>
                    <a:pt x="41672" y="30480"/>
                  </a:cubicBezTo>
                  <a:lnTo>
                    <a:pt x="49292" y="29527"/>
                  </a:lnTo>
                  <a:cubicBezTo>
                    <a:pt x="53102" y="28575"/>
                    <a:pt x="53102" y="22860"/>
                    <a:pt x="49292" y="21907"/>
                  </a:cubicBezTo>
                  <a:lnTo>
                    <a:pt x="41672" y="20955"/>
                  </a:lnTo>
                  <a:cubicBezTo>
                    <a:pt x="36909" y="20002"/>
                    <a:pt x="32147" y="16192"/>
                    <a:pt x="31194" y="10477"/>
                  </a:cubicBezTo>
                  <a:lnTo>
                    <a:pt x="30242" y="2857"/>
                  </a:lnTo>
                  <a:cubicBezTo>
                    <a:pt x="29289" y="-952"/>
                    <a:pt x="23574" y="-952"/>
                    <a:pt x="22622" y="2857"/>
                  </a:cubicBezTo>
                  <a:lnTo>
                    <a:pt x="21669" y="10477"/>
                  </a:lnTo>
                  <a:cubicBezTo>
                    <a:pt x="20717" y="15240"/>
                    <a:pt x="16907" y="20002"/>
                    <a:pt x="11192" y="20955"/>
                  </a:cubicBezTo>
                  <a:lnTo>
                    <a:pt x="3572" y="21907"/>
                  </a:lnTo>
                  <a:cubicBezTo>
                    <a:pt x="-1191" y="22860"/>
                    <a:pt x="-1191" y="28575"/>
                    <a:pt x="3572" y="29527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9430410" y="2324598"/>
              <a:ext cx="69095" cy="69095"/>
            </a:xfrm>
            <a:custGeom>
              <a:avLst/>
              <a:gdLst>
                <a:gd name="connsiteX0" fmla="*/ 48578 w 47625"/>
                <a:gd name="connsiteY0" fmla="*/ 21907 h 47625"/>
                <a:gd name="connsiteX1" fmla="*/ 40958 w 47625"/>
                <a:gd name="connsiteY1" fmla="*/ 20955 h 47625"/>
                <a:gd name="connsiteX2" fmla="*/ 30480 w 47625"/>
                <a:gd name="connsiteY2" fmla="*/ 10477 h 47625"/>
                <a:gd name="connsiteX3" fmla="*/ 29528 w 47625"/>
                <a:gd name="connsiteY3" fmla="*/ 2857 h 47625"/>
                <a:gd name="connsiteX4" fmla="*/ 21908 w 47625"/>
                <a:gd name="connsiteY4" fmla="*/ 2857 h 47625"/>
                <a:gd name="connsiteX5" fmla="*/ 20955 w 47625"/>
                <a:gd name="connsiteY5" fmla="*/ 10477 h 47625"/>
                <a:gd name="connsiteX6" fmla="*/ 10478 w 47625"/>
                <a:gd name="connsiteY6" fmla="*/ 20955 h 47625"/>
                <a:gd name="connsiteX7" fmla="*/ 2858 w 47625"/>
                <a:gd name="connsiteY7" fmla="*/ 21907 h 47625"/>
                <a:gd name="connsiteX8" fmla="*/ 2858 w 47625"/>
                <a:gd name="connsiteY8" fmla="*/ 29527 h 47625"/>
                <a:gd name="connsiteX9" fmla="*/ 10478 w 47625"/>
                <a:gd name="connsiteY9" fmla="*/ 30480 h 47625"/>
                <a:gd name="connsiteX10" fmla="*/ 20955 w 47625"/>
                <a:gd name="connsiteY10" fmla="*/ 40957 h 47625"/>
                <a:gd name="connsiteX11" fmla="*/ 21908 w 47625"/>
                <a:gd name="connsiteY11" fmla="*/ 48577 h 47625"/>
                <a:gd name="connsiteX12" fmla="*/ 29528 w 47625"/>
                <a:gd name="connsiteY12" fmla="*/ 48577 h 47625"/>
                <a:gd name="connsiteX13" fmla="*/ 30480 w 47625"/>
                <a:gd name="connsiteY13" fmla="*/ 40957 h 47625"/>
                <a:gd name="connsiteX14" fmla="*/ 40958 w 47625"/>
                <a:gd name="connsiteY14" fmla="*/ 30480 h 47625"/>
                <a:gd name="connsiteX15" fmla="*/ 48578 w 47625"/>
                <a:gd name="connsiteY15" fmla="*/ 29527 h 47625"/>
                <a:gd name="connsiteX16" fmla="*/ 48578 w 47625"/>
                <a:gd name="connsiteY16" fmla="*/ 2190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48578" y="21907"/>
                  </a:moveTo>
                  <a:lnTo>
                    <a:pt x="40958" y="20955"/>
                  </a:lnTo>
                  <a:cubicBezTo>
                    <a:pt x="35242" y="20002"/>
                    <a:pt x="31433" y="16193"/>
                    <a:pt x="30480" y="10477"/>
                  </a:cubicBezTo>
                  <a:lnTo>
                    <a:pt x="29528" y="2857"/>
                  </a:lnTo>
                  <a:cubicBezTo>
                    <a:pt x="28575" y="-952"/>
                    <a:pt x="22860" y="-952"/>
                    <a:pt x="21908" y="2857"/>
                  </a:cubicBezTo>
                  <a:lnTo>
                    <a:pt x="20955" y="10477"/>
                  </a:lnTo>
                  <a:cubicBezTo>
                    <a:pt x="20003" y="15240"/>
                    <a:pt x="16192" y="20002"/>
                    <a:pt x="10478" y="20955"/>
                  </a:cubicBezTo>
                  <a:lnTo>
                    <a:pt x="2858" y="21907"/>
                  </a:lnTo>
                  <a:cubicBezTo>
                    <a:pt x="-953" y="22860"/>
                    <a:pt x="-953" y="28575"/>
                    <a:pt x="2858" y="29527"/>
                  </a:cubicBezTo>
                  <a:lnTo>
                    <a:pt x="10478" y="30480"/>
                  </a:lnTo>
                  <a:cubicBezTo>
                    <a:pt x="15240" y="31432"/>
                    <a:pt x="20003" y="35243"/>
                    <a:pt x="20955" y="40957"/>
                  </a:cubicBezTo>
                  <a:lnTo>
                    <a:pt x="21908" y="48577"/>
                  </a:lnTo>
                  <a:cubicBezTo>
                    <a:pt x="22860" y="52387"/>
                    <a:pt x="28575" y="52387"/>
                    <a:pt x="29528" y="48577"/>
                  </a:cubicBezTo>
                  <a:lnTo>
                    <a:pt x="30480" y="40957"/>
                  </a:lnTo>
                  <a:cubicBezTo>
                    <a:pt x="31433" y="36195"/>
                    <a:pt x="35242" y="31432"/>
                    <a:pt x="40958" y="30480"/>
                  </a:cubicBezTo>
                  <a:lnTo>
                    <a:pt x="48578" y="29527"/>
                  </a:lnTo>
                  <a:cubicBezTo>
                    <a:pt x="52387" y="27623"/>
                    <a:pt x="52387" y="21907"/>
                    <a:pt x="48578" y="219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10702438" y="1207135"/>
              <a:ext cx="69095" cy="69095"/>
            </a:xfrm>
            <a:custGeom>
              <a:avLst/>
              <a:gdLst>
                <a:gd name="connsiteX0" fmla="*/ 48577 w 47625"/>
                <a:gd name="connsiteY0" fmla="*/ 21908 h 47625"/>
                <a:gd name="connsiteX1" fmla="*/ 40958 w 47625"/>
                <a:gd name="connsiteY1" fmla="*/ 20955 h 47625"/>
                <a:gd name="connsiteX2" fmla="*/ 30480 w 47625"/>
                <a:gd name="connsiteY2" fmla="*/ 10478 h 47625"/>
                <a:gd name="connsiteX3" fmla="*/ 29527 w 47625"/>
                <a:gd name="connsiteY3" fmla="*/ 2858 h 47625"/>
                <a:gd name="connsiteX4" fmla="*/ 21908 w 47625"/>
                <a:gd name="connsiteY4" fmla="*/ 2858 h 47625"/>
                <a:gd name="connsiteX5" fmla="*/ 20955 w 47625"/>
                <a:gd name="connsiteY5" fmla="*/ 10478 h 47625"/>
                <a:gd name="connsiteX6" fmla="*/ 10477 w 47625"/>
                <a:gd name="connsiteY6" fmla="*/ 20955 h 47625"/>
                <a:gd name="connsiteX7" fmla="*/ 2858 w 47625"/>
                <a:gd name="connsiteY7" fmla="*/ 21908 h 47625"/>
                <a:gd name="connsiteX8" fmla="*/ 2858 w 47625"/>
                <a:gd name="connsiteY8" fmla="*/ 29528 h 47625"/>
                <a:gd name="connsiteX9" fmla="*/ 10477 w 47625"/>
                <a:gd name="connsiteY9" fmla="*/ 30480 h 47625"/>
                <a:gd name="connsiteX10" fmla="*/ 20955 w 47625"/>
                <a:gd name="connsiteY10" fmla="*/ 40958 h 47625"/>
                <a:gd name="connsiteX11" fmla="*/ 21908 w 47625"/>
                <a:gd name="connsiteY11" fmla="*/ 48578 h 47625"/>
                <a:gd name="connsiteX12" fmla="*/ 29527 w 47625"/>
                <a:gd name="connsiteY12" fmla="*/ 48578 h 47625"/>
                <a:gd name="connsiteX13" fmla="*/ 30480 w 47625"/>
                <a:gd name="connsiteY13" fmla="*/ 40958 h 47625"/>
                <a:gd name="connsiteX14" fmla="*/ 40958 w 47625"/>
                <a:gd name="connsiteY14" fmla="*/ 30480 h 47625"/>
                <a:gd name="connsiteX15" fmla="*/ 48577 w 47625"/>
                <a:gd name="connsiteY15" fmla="*/ 29528 h 47625"/>
                <a:gd name="connsiteX16" fmla="*/ 48577 w 47625"/>
                <a:gd name="connsiteY16" fmla="*/ 2190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48577" y="21908"/>
                  </a:moveTo>
                  <a:lnTo>
                    <a:pt x="40958" y="20955"/>
                  </a:lnTo>
                  <a:cubicBezTo>
                    <a:pt x="36195" y="20003"/>
                    <a:pt x="31433" y="16193"/>
                    <a:pt x="30480" y="10478"/>
                  </a:cubicBezTo>
                  <a:lnTo>
                    <a:pt x="29527" y="2858"/>
                  </a:lnTo>
                  <a:cubicBezTo>
                    <a:pt x="28575" y="-953"/>
                    <a:pt x="22860" y="-953"/>
                    <a:pt x="21908" y="2858"/>
                  </a:cubicBezTo>
                  <a:lnTo>
                    <a:pt x="20955" y="10478"/>
                  </a:lnTo>
                  <a:cubicBezTo>
                    <a:pt x="20002" y="15240"/>
                    <a:pt x="16193" y="20003"/>
                    <a:pt x="10477" y="20955"/>
                  </a:cubicBezTo>
                  <a:lnTo>
                    <a:pt x="2858" y="21908"/>
                  </a:lnTo>
                  <a:cubicBezTo>
                    <a:pt x="-953" y="22860"/>
                    <a:pt x="-953" y="28575"/>
                    <a:pt x="2858" y="29528"/>
                  </a:cubicBezTo>
                  <a:lnTo>
                    <a:pt x="10477" y="30480"/>
                  </a:lnTo>
                  <a:cubicBezTo>
                    <a:pt x="15240" y="31433"/>
                    <a:pt x="20002" y="35243"/>
                    <a:pt x="20955" y="40958"/>
                  </a:cubicBezTo>
                  <a:lnTo>
                    <a:pt x="21908" y="48578"/>
                  </a:lnTo>
                  <a:cubicBezTo>
                    <a:pt x="22860" y="52387"/>
                    <a:pt x="28575" y="52387"/>
                    <a:pt x="29527" y="48578"/>
                  </a:cubicBezTo>
                  <a:lnTo>
                    <a:pt x="30480" y="40958"/>
                  </a:lnTo>
                  <a:cubicBezTo>
                    <a:pt x="31433" y="36195"/>
                    <a:pt x="35243" y="31433"/>
                    <a:pt x="40958" y="30480"/>
                  </a:cubicBezTo>
                  <a:lnTo>
                    <a:pt x="48577" y="29528"/>
                  </a:lnTo>
                  <a:cubicBezTo>
                    <a:pt x="52388" y="28575"/>
                    <a:pt x="52388" y="22860"/>
                    <a:pt x="48577" y="21908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11698116" y="5060770"/>
              <a:ext cx="69095" cy="69095"/>
            </a:xfrm>
            <a:custGeom>
              <a:avLst/>
              <a:gdLst>
                <a:gd name="connsiteX0" fmla="*/ 48577 w 47625"/>
                <a:gd name="connsiteY0" fmla="*/ 21908 h 47625"/>
                <a:gd name="connsiteX1" fmla="*/ 40957 w 47625"/>
                <a:gd name="connsiteY1" fmla="*/ 20955 h 47625"/>
                <a:gd name="connsiteX2" fmla="*/ 30480 w 47625"/>
                <a:gd name="connsiteY2" fmla="*/ 10478 h 47625"/>
                <a:gd name="connsiteX3" fmla="*/ 29527 w 47625"/>
                <a:gd name="connsiteY3" fmla="*/ 2858 h 47625"/>
                <a:gd name="connsiteX4" fmla="*/ 21907 w 47625"/>
                <a:gd name="connsiteY4" fmla="*/ 2858 h 47625"/>
                <a:gd name="connsiteX5" fmla="*/ 20955 w 47625"/>
                <a:gd name="connsiteY5" fmla="*/ 10478 h 47625"/>
                <a:gd name="connsiteX6" fmla="*/ 10477 w 47625"/>
                <a:gd name="connsiteY6" fmla="*/ 20955 h 47625"/>
                <a:gd name="connsiteX7" fmla="*/ 2857 w 47625"/>
                <a:gd name="connsiteY7" fmla="*/ 21908 h 47625"/>
                <a:gd name="connsiteX8" fmla="*/ 2857 w 47625"/>
                <a:gd name="connsiteY8" fmla="*/ 29528 h 47625"/>
                <a:gd name="connsiteX9" fmla="*/ 10477 w 47625"/>
                <a:gd name="connsiteY9" fmla="*/ 30480 h 47625"/>
                <a:gd name="connsiteX10" fmla="*/ 20955 w 47625"/>
                <a:gd name="connsiteY10" fmla="*/ 40958 h 47625"/>
                <a:gd name="connsiteX11" fmla="*/ 21907 w 47625"/>
                <a:gd name="connsiteY11" fmla="*/ 48578 h 47625"/>
                <a:gd name="connsiteX12" fmla="*/ 29527 w 47625"/>
                <a:gd name="connsiteY12" fmla="*/ 48578 h 47625"/>
                <a:gd name="connsiteX13" fmla="*/ 30480 w 47625"/>
                <a:gd name="connsiteY13" fmla="*/ 40958 h 47625"/>
                <a:gd name="connsiteX14" fmla="*/ 40957 w 47625"/>
                <a:gd name="connsiteY14" fmla="*/ 30480 h 47625"/>
                <a:gd name="connsiteX15" fmla="*/ 48577 w 47625"/>
                <a:gd name="connsiteY15" fmla="*/ 29528 h 47625"/>
                <a:gd name="connsiteX16" fmla="*/ 48577 w 47625"/>
                <a:gd name="connsiteY16" fmla="*/ 2190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48577" y="21908"/>
                  </a:moveTo>
                  <a:lnTo>
                    <a:pt x="40957" y="20955"/>
                  </a:lnTo>
                  <a:cubicBezTo>
                    <a:pt x="36195" y="20003"/>
                    <a:pt x="31432" y="16193"/>
                    <a:pt x="30480" y="10478"/>
                  </a:cubicBezTo>
                  <a:lnTo>
                    <a:pt x="29527" y="2858"/>
                  </a:lnTo>
                  <a:cubicBezTo>
                    <a:pt x="28575" y="-953"/>
                    <a:pt x="22860" y="-953"/>
                    <a:pt x="21907" y="2858"/>
                  </a:cubicBezTo>
                  <a:lnTo>
                    <a:pt x="20955" y="10478"/>
                  </a:lnTo>
                  <a:cubicBezTo>
                    <a:pt x="20002" y="15240"/>
                    <a:pt x="16192" y="20003"/>
                    <a:pt x="10477" y="20955"/>
                  </a:cubicBezTo>
                  <a:lnTo>
                    <a:pt x="2857" y="21908"/>
                  </a:lnTo>
                  <a:cubicBezTo>
                    <a:pt x="-952" y="22860"/>
                    <a:pt x="-952" y="28575"/>
                    <a:pt x="2857" y="29528"/>
                  </a:cubicBezTo>
                  <a:lnTo>
                    <a:pt x="10477" y="30480"/>
                  </a:lnTo>
                  <a:cubicBezTo>
                    <a:pt x="15240" y="31433"/>
                    <a:pt x="20002" y="35243"/>
                    <a:pt x="20955" y="40958"/>
                  </a:cubicBezTo>
                  <a:lnTo>
                    <a:pt x="21907" y="48578"/>
                  </a:lnTo>
                  <a:cubicBezTo>
                    <a:pt x="22860" y="52388"/>
                    <a:pt x="28575" y="52388"/>
                    <a:pt x="29527" y="48578"/>
                  </a:cubicBezTo>
                  <a:lnTo>
                    <a:pt x="30480" y="40958"/>
                  </a:lnTo>
                  <a:cubicBezTo>
                    <a:pt x="31432" y="36195"/>
                    <a:pt x="35242" y="31433"/>
                    <a:pt x="40957" y="30480"/>
                  </a:cubicBezTo>
                  <a:lnTo>
                    <a:pt x="48577" y="29528"/>
                  </a:lnTo>
                  <a:cubicBezTo>
                    <a:pt x="53340" y="28575"/>
                    <a:pt x="53340" y="21908"/>
                    <a:pt x="48577" y="21908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11287689" y="4309013"/>
              <a:ext cx="69095" cy="69095"/>
            </a:xfrm>
            <a:custGeom>
              <a:avLst/>
              <a:gdLst>
                <a:gd name="connsiteX0" fmla="*/ 48578 w 47625"/>
                <a:gd name="connsiteY0" fmla="*/ 21907 h 47625"/>
                <a:gd name="connsiteX1" fmla="*/ 40958 w 47625"/>
                <a:gd name="connsiteY1" fmla="*/ 20955 h 47625"/>
                <a:gd name="connsiteX2" fmla="*/ 30480 w 47625"/>
                <a:gd name="connsiteY2" fmla="*/ 10478 h 47625"/>
                <a:gd name="connsiteX3" fmla="*/ 29528 w 47625"/>
                <a:gd name="connsiteY3" fmla="*/ 2857 h 47625"/>
                <a:gd name="connsiteX4" fmla="*/ 21908 w 47625"/>
                <a:gd name="connsiteY4" fmla="*/ 2857 h 47625"/>
                <a:gd name="connsiteX5" fmla="*/ 20955 w 47625"/>
                <a:gd name="connsiteY5" fmla="*/ 10478 h 47625"/>
                <a:gd name="connsiteX6" fmla="*/ 10478 w 47625"/>
                <a:gd name="connsiteY6" fmla="*/ 20955 h 47625"/>
                <a:gd name="connsiteX7" fmla="*/ 2858 w 47625"/>
                <a:gd name="connsiteY7" fmla="*/ 21907 h 47625"/>
                <a:gd name="connsiteX8" fmla="*/ 2858 w 47625"/>
                <a:gd name="connsiteY8" fmla="*/ 29528 h 47625"/>
                <a:gd name="connsiteX9" fmla="*/ 10478 w 47625"/>
                <a:gd name="connsiteY9" fmla="*/ 30480 h 47625"/>
                <a:gd name="connsiteX10" fmla="*/ 20955 w 47625"/>
                <a:gd name="connsiteY10" fmla="*/ 40957 h 47625"/>
                <a:gd name="connsiteX11" fmla="*/ 21908 w 47625"/>
                <a:gd name="connsiteY11" fmla="*/ 48578 h 47625"/>
                <a:gd name="connsiteX12" fmla="*/ 29528 w 47625"/>
                <a:gd name="connsiteY12" fmla="*/ 48578 h 47625"/>
                <a:gd name="connsiteX13" fmla="*/ 30480 w 47625"/>
                <a:gd name="connsiteY13" fmla="*/ 40957 h 47625"/>
                <a:gd name="connsiteX14" fmla="*/ 40958 w 47625"/>
                <a:gd name="connsiteY14" fmla="*/ 30480 h 47625"/>
                <a:gd name="connsiteX15" fmla="*/ 48578 w 47625"/>
                <a:gd name="connsiteY15" fmla="*/ 29528 h 47625"/>
                <a:gd name="connsiteX16" fmla="*/ 48578 w 47625"/>
                <a:gd name="connsiteY16" fmla="*/ 2190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48578" y="21907"/>
                  </a:moveTo>
                  <a:lnTo>
                    <a:pt x="40958" y="20955"/>
                  </a:lnTo>
                  <a:cubicBezTo>
                    <a:pt x="36195" y="20003"/>
                    <a:pt x="31433" y="16193"/>
                    <a:pt x="30480" y="10478"/>
                  </a:cubicBezTo>
                  <a:lnTo>
                    <a:pt x="29528" y="2857"/>
                  </a:lnTo>
                  <a:cubicBezTo>
                    <a:pt x="28575" y="-952"/>
                    <a:pt x="22860" y="-952"/>
                    <a:pt x="21908" y="2857"/>
                  </a:cubicBezTo>
                  <a:lnTo>
                    <a:pt x="20955" y="10478"/>
                  </a:lnTo>
                  <a:cubicBezTo>
                    <a:pt x="20003" y="15240"/>
                    <a:pt x="16193" y="20003"/>
                    <a:pt x="10478" y="20955"/>
                  </a:cubicBezTo>
                  <a:lnTo>
                    <a:pt x="2858" y="21907"/>
                  </a:lnTo>
                  <a:cubicBezTo>
                    <a:pt x="-953" y="22860"/>
                    <a:pt x="-953" y="28575"/>
                    <a:pt x="2858" y="29528"/>
                  </a:cubicBezTo>
                  <a:lnTo>
                    <a:pt x="10478" y="30480"/>
                  </a:lnTo>
                  <a:cubicBezTo>
                    <a:pt x="15240" y="31432"/>
                    <a:pt x="20003" y="35243"/>
                    <a:pt x="20955" y="40957"/>
                  </a:cubicBezTo>
                  <a:lnTo>
                    <a:pt x="21908" y="48578"/>
                  </a:lnTo>
                  <a:cubicBezTo>
                    <a:pt x="22860" y="52388"/>
                    <a:pt x="28575" y="52388"/>
                    <a:pt x="29528" y="48578"/>
                  </a:cubicBezTo>
                  <a:lnTo>
                    <a:pt x="30480" y="40957"/>
                  </a:lnTo>
                  <a:cubicBezTo>
                    <a:pt x="31433" y="36195"/>
                    <a:pt x="35243" y="31432"/>
                    <a:pt x="40958" y="30480"/>
                  </a:cubicBezTo>
                  <a:lnTo>
                    <a:pt x="48578" y="29528"/>
                  </a:lnTo>
                  <a:cubicBezTo>
                    <a:pt x="52388" y="28575"/>
                    <a:pt x="52388" y="22860"/>
                    <a:pt x="48578" y="219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8771260" y="6591099"/>
              <a:ext cx="69095" cy="69095"/>
            </a:xfrm>
            <a:custGeom>
              <a:avLst/>
              <a:gdLst>
                <a:gd name="connsiteX0" fmla="*/ 48578 w 47625"/>
                <a:gd name="connsiteY0" fmla="*/ 21907 h 47625"/>
                <a:gd name="connsiteX1" fmla="*/ 40958 w 47625"/>
                <a:gd name="connsiteY1" fmla="*/ 20955 h 47625"/>
                <a:gd name="connsiteX2" fmla="*/ 30480 w 47625"/>
                <a:gd name="connsiteY2" fmla="*/ 10478 h 47625"/>
                <a:gd name="connsiteX3" fmla="*/ 29528 w 47625"/>
                <a:gd name="connsiteY3" fmla="*/ 2857 h 47625"/>
                <a:gd name="connsiteX4" fmla="*/ 21908 w 47625"/>
                <a:gd name="connsiteY4" fmla="*/ 2857 h 47625"/>
                <a:gd name="connsiteX5" fmla="*/ 20955 w 47625"/>
                <a:gd name="connsiteY5" fmla="*/ 10478 h 47625"/>
                <a:gd name="connsiteX6" fmla="*/ 10478 w 47625"/>
                <a:gd name="connsiteY6" fmla="*/ 20955 h 47625"/>
                <a:gd name="connsiteX7" fmla="*/ 2858 w 47625"/>
                <a:gd name="connsiteY7" fmla="*/ 21907 h 47625"/>
                <a:gd name="connsiteX8" fmla="*/ 2858 w 47625"/>
                <a:gd name="connsiteY8" fmla="*/ 29528 h 47625"/>
                <a:gd name="connsiteX9" fmla="*/ 10478 w 47625"/>
                <a:gd name="connsiteY9" fmla="*/ 30480 h 47625"/>
                <a:gd name="connsiteX10" fmla="*/ 20955 w 47625"/>
                <a:gd name="connsiteY10" fmla="*/ 40957 h 47625"/>
                <a:gd name="connsiteX11" fmla="*/ 21908 w 47625"/>
                <a:gd name="connsiteY11" fmla="*/ 48578 h 47625"/>
                <a:gd name="connsiteX12" fmla="*/ 29528 w 47625"/>
                <a:gd name="connsiteY12" fmla="*/ 48578 h 47625"/>
                <a:gd name="connsiteX13" fmla="*/ 30480 w 47625"/>
                <a:gd name="connsiteY13" fmla="*/ 40957 h 47625"/>
                <a:gd name="connsiteX14" fmla="*/ 40958 w 47625"/>
                <a:gd name="connsiteY14" fmla="*/ 30480 h 47625"/>
                <a:gd name="connsiteX15" fmla="*/ 48578 w 47625"/>
                <a:gd name="connsiteY15" fmla="*/ 29528 h 47625"/>
                <a:gd name="connsiteX16" fmla="*/ 48578 w 47625"/>
                <a:gd name="connsiteY16" fmla="*/ 2190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48578" y="21907"/>
                  </a:moveTo>
                  <a:lnTo>
                    <a:pt x="40958" y="20955"/>
                  </a:lnTo>
                  <a:cubicBezTo>
                    <a:pt x="35242" y="20003"/>
                    <a:pt x="31433" y="16192"/>
                    <a:pt x="30480" y="10478"/>
                  </a:cubicBezTo>
                  <a:lnTo>
                    <a:pt x="29528" y="2857"/>
                  </a:lnTo>
                  <a:cubicBezTo>
                    <a:pt x="28575" y="-952"/>
                    <a:pt x="22860" y="-952"/>
                    <a:pt x="21908" y="2857"/>
                  </a:cubicBezTo>
                  <a:lnTo>
                    <a:pt x="20955" y="10478"/>
                  </a:lnTo>
                  <a:cubicBezTo>
                    <a:pt x="20003" y="15240"/>
                    <a:pt x="16192" y="20003"/>
                    <a:pt x="10478" y="20955"/>
                  </a:cubicBezTo>
                  <a:lnTo>
                    <a:pt x="2858" y="21907"/>
                  </a:lnTo>
                  <a:cubicBezTo>
                    <a:pt x="-953" y="22860"/>
                    <a:pt x="-953" y="28575"/>
                    <a:pt x="2858" y="29528"/>
                  </a:cubicBezTo>
                  <a:lnTo>
                    <a:pt x="10478" y="30480"/>
                  </a:lnTo>
                  <a:cubicBezTo>
                    <a:pt x="15240" y="31432"/>
                    <a:pt x="20003" y="35242"/>
                    <a:pt x="20955" y="40957"/>
                  </a:cubicBezTo>
                  <a:lnTo>
                    <a:pt x="21908" y="48578"/>
                  </a:lnTo>
                  <a:cubicBezTo>
                    <a:pt x="22860" y="52388"/>
                    <a:pt x="28575" y="52388"/>
                    <a:pt x="29528" y="48578"/>
                  </a:cubicBezTo>
                  <a:lnTo>
                    <a:pt x="30480" y="40957"/>
                  </a:lnTo>
                  <a:cubicBezTo>
                    <a:pt x="31433" y="36195"/>
                    <a:pt x="35242" y="31432"/>
                    <a:pt x="40958" y="30480"/>
                  </a:cubicBezTo>
                  <a:lnTo>
                    <a:pt x="48578" y="29528"/>
                  </a:lnTo>
                  <a:cubicBezTo>
                    <a:pt x="52388" y="28575"/>
                    <a:pt x="52388" y="22860"/>
                    <a:pt x="48578" y="219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9437552" y="3593705"/>
              <a:ext cx="69095" cy="69095"/>
            </a:xfrm>
            <a:custGeom>
              <a:avLst/>
              <a:gdLst>
                <a:gd name="connsiteX0" fmla="*/ 48577 w 47625"/>
                <a:gd name="connsiteY0" fmla="*/ 21907 h 47625"/>
                <a:gd name="connsiteX1" fmla="*/ 40958 w 47625"/>
                <a:gd name="connsiteY1" fmla="*/ 20955 h 47625"/>
                <a:gd name="connsiteX2" fmla="*/ 30480 w 47625"/>
                <a:gd name="connsiteY2" fmla="*/ 10477 h 47625"/>
                <a:gd name="connsiteX3" fmla="*/ 29527 w 47625"/>
                <a:gd name="connsiteY3" fmla="*/ 2857 h 47625"/>
                <a:gd name="connsiteX4" fmla="*/ 21908 w 47625"/>
                <a:gd name="connsiteY4" fmla="*/ 2857 h 47625"/>
                <a:gd name="connsiteX5" fmla="*/ 20955 w 47625"/>
                <a:gd name="connsiteY5" fmla="*/ 10477 h 47625"/>
                <a:gd name="connsiteX6" fmla="*/ 10477 w 47625"/>
                <a:gd name="connsiteY6" fmla="*/ 20955 h 47625"/>
                <a:gd name="connsiteX7" fmla="*/ 2858 w 47625"/>
                <a:gd name="connsiteY7" fmla="*/ 21907 h 47625"/>
                <a:gd name="connsiteX8" fmla="*/ 2858 w 47625"/>
                <a:gd name="connsiteY8" fmla="*/ 29527 h 47625"/>
                <a:gd name="connsiteX9" fmla="*/ 10477 w 47625"/>
                <a:gd name="connsiteY9" fmla="*/ 30480 h 47625"/>
                <a:gd name="connsiteX10" fmla="*/ 20955 w 47625"/>
                <a:gd name="connsiteY10" fmla="*/ 40957 h 47625"/>
                <a:gd name="connsiteX11" fmla="*/ 21908 w 47625"/>
                <a:gd name="connsiteY11" fmla="*/ 48577 h 47625"/>
                <a:gd name="connsiteX12" fmla="*/ 29527 w 47625"/>
                <a:gd name="connsiteY12" fmla="*/ 48577 h 47625"/>
                <a:gd name="connsiteX13" fmla="*/ 30480 w 47625"/>
                <a:gd name="connsiteY13" fmla="*/ 40957 h 47625"/>
                <a:gd name="connsiteX14" fmla="*/ 40958 w 47625"/>
                <a:gd name="connsiteY14" fmla="*/ 30480 h 47625"/>
                <a:gd name="connsiteX15" fmla="*/ 48577 w 47625"/>
                <a:gd name="connsiteY15" fmla="*/ 29527 h 47625"/>
                <a:gd name="connsiteX16" fmla="*/ 48577 w 47625"/>
                <a:gd name="connsiteY16" fmla="*/ 2190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48577" y="21907"/>
                  </a:moveTo>
                  <a:lnTo>
                    <a:pt x="40958" y="20955"/>
                  </a:lnTo>
                  <a:cubicBezTo>
                    <a:pt x="36195" y="20002"/>
                    <a:pt x="31433" y="16192"/>
                    <a:pt x="30480" y="10477"/>
                  </a:cubicBezTo>
                  <a:lnTo>
                    <a:pt x="29527" y="2857"/>
                  </a:lnTo>
                  <a:cubicBezTo>
                    <a:pt x="28575" y="-952"/>
                    <a:pt x="22860" y="-952"/>
                    <a:pt x="21908" y="2857"/>
                  </a:cubicBezTo>
                  <a:lnTo>
                    <a:pt x="20955" y="10477"/>
                  </a:lnTo>
                  <a:cubicBezTo>
                    <a:pt x="20002" y="15240"/>
                    <a:pt x="16192" y="20002"/>
                    <a:pt x="10477" y="20955"/>
                  </a:cubicBezTo>
                  <a:lnTo>
                    <a:pt x="2858" y="21907"/>
                  </a:lnTo>
                  <a:cubicBezTo>
                    <a:pt x="-953" y="22860"/>
                    <a:pt x="-953" y="28575"/>
                    <a:pt x="2858" y="29527"/>
                  </a:cubicBezTo>
                  <a:lnTo>
                    <a:pt x="10477" y="30480"/>
                  </a:lnTo>
                  <a:cubicBezTo>
                    <a:pt x="15240" y="31432"/>
                    <a:pt x="20002" y="35242"/>
                    <a:pt x="20955" y="40957"/>
                  </a:cubicBezTo>
                  <a:lnTo>
                    <a:pt x="21908" y="48577"/>
                  </a:lnTo>
                  <a:cubicBezTo>
                    <a:pt x="22860" y="52387"/>
                    <a:pt x="28575" y="52387"/>
                    <a:pt x="29527" y="48577"/>
                  </a:cubicBezTo>
                  <a:lnTo>
                    <a:pt x="30480" y="40957"/>
                  </a:lnTo>
                  <a:cubicBezTo>
                    <a:pt x="31433" y="36195"/>
                    <a:pt x="35242" y="31432"/>
                    <a:pt x="40958" y="30480"/>
                  </a:cubicBezTo>
                  <a:lnTo>
                    <a:pt x="48577" y="29527"/>
                  </a:lnTo>
                  <a:cubicBezTo>
                    <a:pt x="52387" y="28575"/>
                    <a:pt x="52387" y="22860"/>
                    <a:pt x="48577" y="219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8060961" y="4899648"/>
              <a:ext cx="69095" cy="69095"/>
            </a:xfrm>
            <a:custGeom>
              <a:avLst/>
              <a:gdLst>
                <a:gd name="connsiteX0" fmla="*/ 48578 w 47625"/>
                <a:gd name="connsiteY0" fmla="*/ 21907 h 47625"/>
                <a:gd name="connsiteX1" fmla="*/ 40958 w 47625"/>
                <a:gd name="connsiteY1" fmla="*/ 20955 h 47625"/>
                <a:gd name="connsiteX2" fmla="*/ 30480 w 47625"/>
                <a:gd name="connsiteY2" fmla="*/ 10477 h 47625"/>
                <a:gd name="connsiteX3" fmla="*/ 29528 w 47625"/>
                <a:gd name="connsiteY3" fmla="*/ 2857 h 47625"/>
                <a:gd name="connsiteX4" fmla="*/ 21908 w 47625"/>
                <a:gd name="connsiteY4" fmla="*/ 2857 h 47625"/>
                <a:gd name="connsiteX5" fmla="*/ 20955 w 47625"/>
                <a:gd name="connsiteY5" fmla="*/ 10477 h 47625"/>
                <a:gd name="connsiteX6" fmla="*/ 10478 w 47625"/>
                <a:gd name="connsiteY6" fmla="*/ 20955 h 47625"/>
                <a:gd name="connsiteX7" fmla="*/ 2858 w 47625"/>
                <a:gd name="connsiteY7" fmla="*/ 21907 h 47625"/>
                <a:gd name="connsiteX8" fmla="*/ 2858 w 47625"/>
                <a:gd name="connsiteY8" fmla="*/ 29527 h 47625"/>
                <a:gd name="connsiteX9" fmla="*/ 10478 w 47625"/>
                <a:gd name="connsiteY9" fmla="*/ 30480 h 47625"/>
                <a:gd name="connsiteX10" fmla="*/ 20955 w 47625"/>
                <a:gd name="connsiteY10" fmla="*/ 40957 h 47625"/>
                <a:gd name="connsiteX11" fmla="*/ 21908 w 47625"/>
                <a:gd name="connsiteY11" fmla="*/ 48577 h 47625"/>
                <a:gd name="connsiteX12" fmla="*/ 29528 w 47625"/>
                <a:gd name="connsiteY12" fmla="*/ 48577 h 47625"/>
                <a:gd name="connsiteX13" fmla="*/ 30480 w 47625"/>
                <a:gd name="connsiteY13" fmla="*/ 40957 h 47625"/>
                <a:gd name="connsiteX14" fmla="*/ 40958 w 47625"/>
                <a:gd name="connsiteY14" fmla="*/ 30480 h 47625"/>
                <a:gd name="connsiteX15" fmla="*/ 48578 w 47625"/>
                <a:gd name="connsiteY15" fmla="*/ 29527 h 47625"/>
                <a:gd name="connsiteX16" fmla="*/ 48578 w 47625"/>
                <a:gd name="connsiteY16" fmla="*/ 2190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48578" y="21907"/>
                  </a:moveTo>
                  <a:lnTo>
                    <a:pt x="40958" y="20955"/>
                  </a:lnTo>
                  <a:cubicBezTo>
                    <a:pt x="36195" y="20002"/>
                    <a:pt x="31433" y="16192"/>
                    <a:pt x="30480" y="10477"/>
                  </a:cubicBezTo>
                  <a:lnTo>
                    <a:pt x="29528" y="2857"/>
                  </a:lnTo>
                  <a:cubicBezTo>
                    <a:pt x="28575" y="-952"/>
                    <a:pt x="22860" y="-952"/>
                    <a:pt x="21908" y="2857"/>
                  </a:cubicBezTo>
                  <a:lnTo>
                    <a:pt x="20955" y="10477"/>
                  </a:lnTo>
                  <a:cubicBezTo>
                    <a:pt x="20003" y="15240"/>
                    <a:pt x="16193" y="20002"/>
                    <a:pt x="10478" y="20955"/>
                  </a:cubicBezTo>
                  <a:lnTo>
                    <a:pt x="2858" y="21907"/>
                  </a:lnTo>
                  <a:cubicBezTo>
                    <a:pt x="-953" y="22860"/>
                    <a:pt x="-953" y="28575"/>
                    <a:pt x="2858" y="29527"/>
                  </a:cubicBezTo>
                  <a:lnTo>
                    <a:pt x="10478" y="30480"/>
                  </a:lnTo>
                  <a:cubicBezTo>
                    <a:pt x="15240" y="31432"/>
                    <a:pt x="20003" y="35242"/>
                    <a:pt x="20955" y="40957"/>
                  </a:cubicBezTo>
                  <a:lnTo>
                    <a:pt x="21908" y="48577"/>
                  </a:lnTo>
                  <a:cubicBezTo>
                    <a:pt x="22860" y="52388"/>
                    <a:pt x="28575" y="52388"/>
                    <a:pt x="29528" y="48577"/>
                  </a:cubicBezTo>
                  <a:lnTo>
                    <a:pt x="30480" y="40957"/>
                  </a:lnTo>
                  <a:cubicBezTo>
                    <a:pt x="31433" y="36195"/>
                    <a:pt x="35243" y="31432"/>
                    <a:pt x="40958" y="30480"/>
                  </a:cubicBezTo>
                  <a:lnTo>
                    <a:pt x="48578" y="29527"/>
                  </a:lnTo>
                  <a:cubicBezTo>
                    <a:pt x="53340" y="28575"/>
                    <a:pt x="53340" y="21907"/>
                    <a:pt x="48578" y="219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7656331" y="2872769"/>
              <a:ext cx="1580265" cy="1581183"/>
              <a:chOff x="7656331" y="2872769"/>
              <a:chExt cx="1580265" cy="1581183"/>
            </a:xfrm>
            <a:effectLst>
              <a:glow rad="101600">
                <a:schemeClr val="accent2">
                  <a:lumMod val="60000"/>
                  <a:lumOff val="40000"/>
                  <a:alpha val="28000"/>
                </a:schemeClr>
              </a:glow>
            </a:effectLst>
          </p:grpSpPr>
          <p:sp>
            <p:nvSpPr>
              <p:cNvPr id="82" name="任意多边形: 形状 81"/>
              <p:cNvSpPr/>
              <p:nvPr/>
            </p:nvSpPr>
            <p:spPr>
              <a:xfrm>
                <a:off x="7656331" y="2872769"/>
                <a:ext cx="1580063" cy="1580063"/>
              </a:xfrm>
              <a:custGeom>
                <a:avLst/>
                <a:gdLst>
                  <a:gd name="connsiteX0" fmla="*/ 889635 w 885825"/>
                  <a:gd name="connsiteY0" fmla="*/ 444818 h 885825"/>
                  <a:gd name="connsiteX1" fmla="*/ 444818 w 885825"/>
                  <a:gd name="connsiteY1" fmla="*/ 889635 h 885825"/>
                  <a:gd name="connsiteX2" fmla="*/ 0 w 885825"/>
                  <a:gd name="connsiteY2" fmla="*/ 444818 h 885825"/>
                  <a:gd name="connsiteX3" fmla="*/ 444818 w 885825"/>
                  <a:gd name="connsiteY3" fmla="*/ 0 h 885825"/>
                  <a:gd name="connsiteX4" fmla="*/ 889635 w 885825"/>
                  <a:gd name="connsiteY4" fmla="*/ 444818 h 885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825" h="885825">
                    <a:moveTo>
                      <a:pt x="889635" y="444818"/>
                    </a:moveTo>
                    <a:cubicBezTo>
                      <a:pt x="889635" y="690483"/>
                      <a:pt x="690483" y="889635"/>
                      <a:pt x="444818" y="889635"/>
                    </a:cubicBezTo>
                    <a:cubicBezTo>
                      <a:pt x="199152" y="889635"/>
                      <a:pt x="0" y="690484"/>
                      <a:pt x="0" y="444818"/>
                    </a:cubicBezTo>
                    <a:cubicBezTo>
                      <a:pt x="0" y="199152"/>
                      <a:pt x="199152" y="0"/>
                      <a:pt x="444818" y="0"/>
                    </a:cubicBezTo>
                    <a:cubicBezTo>
                      <a:pt x="690483" y="0"/>
                      <a:pt x="889635" y="199152"/>
                      <a:pt x="889635" y="444818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EA972E"/>
                  </a:gs>
                  <a:gs pos="49000">
                    <a:srgbClr val="D9250F"/>
                  </a:gs>
                </a:gsLst>
                <a:lin ang="10800000" scaled="1"/>
                <a:tileRect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3" name="任意多边形: 形状 82"/>
              <p:cNvSpPr/>
              <p:nvPr/>
            </p:nvSpPr>
            <p:spPr>
              <a:xfrm>
                <a:off x="7656331" y="2872769"/>
                <a:ext cx="1580063" cy="1410164"/>
              </a:xfrm>
              <a:custGeom>
                <a:avLst/>
                <a:gdLst>
                  <a:gd name="connsiteX0" fmla="*/ 444818 w 885825"/>
                  <a:gd name="connsiteY0" fmla="*/ 0 h 790575"/>
                  <a:gd name="connsiteX1" fmla="*/ 344805 w 885825"/>
                  <a:gd name="connsiteY1" fmla="*/ 11430 h 790575"/>
                  <a:gd name="connsiteX2" fmla="*/ 293370 w 885825"/>
                  <a:gd name="connsiteY2" fmla="*/ 143827 h 790575"/>
                  <a:gd name="connsiteX3" fmla="*/ 378143 w 885825"/>
                  <a:gd name="connsiteY3" fmla="*/ 212408 h 790575"/>
                  <a:gd name="connsiteX4" fmla="*/ 481965 w 885825"/>
                  <a:gd name="connsiteY4" fmla="*/ 255270 h 790575"/>
                  <a:gd name="connsiteX5" fmla="*/ 506730 w 885825"/>
                  <a:gd name="connsiteY5" fmla="*/ 436245 h 790575"/>
                  <a:gd name="connsiteX6" fmla="*/ 299085 w 885825"/>
                  <a:gd name="connsiteY6" fmla="*/ 485775 h 790575"/>
                  <a:gd name="connsiteX7" fmla="*/ 80010 w 885825"/>
                  <a:gd name="connsiteY7" fmla="*/ 434340 h 790575"/>
                  <a:gd name="connsiteX8" fmla="*/ 0 w 885825"/>
                  <a:gd name="connsiteY8" fmla="*/ 452438 h 790575"/>
                  <a:gd name="connsiteX9" fmla="*/ 171450 w 885825"/>
                  <a:gd name="connsiteY9" fmla="*/ 796290 h 790575"/>
                  <a:gd name="connsiteX10" fmla="*/ 357188 w 885825"/>
                  <a:gd name="connsiteY10" fmla="*/ 746760 h 790575"/>
                  <a:gd name="connsiteX11" fmla="*/ 615315 w 885825"/>
                  <a:gd name="connsiteY11" fmla="*/ 671513 h 790575"/>
                  <a:gd name="connsiteX12" fmla="*/ 793433 w 885825"/>
                  <a:gd name="connsiteY12" fmla="*/ 721043 h 790575"/>
                  <a:gd name="connsiteX13" fmla="*/ 888683 w 885825"/>
                  <a:gd name="connsiteY13" fmla="*/ 446722 h 790575"/>
                  <a:gd name="connsiteX14" fmla="*/ 444818 w 885825"/>
                  <a:gd name="connsiteY14" fmla="*/ 0 h 790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85825" h="790575">
                    <a:moveTo>
                      <a:pt x="444818" y="0"/>
                    </a:moveTo>
                    <a:cubicBezTo>
                      <a:pt x="410528" y="0"/>
                      <a:pt x="376238" y="3810"/>
                      <a:pt x="344805" y="11430"/>
                    </a:cubicBezTo>
                    <a:cubicBezTo>
                      <a:pt x="306705" y="48577"/>
                      <a:pt x="276225" y="96202"/>
                      <a:pt x="293370" y="143827"/>
                    </a:cubicBezTo>
                    <a:cubicBezTo>
                      <a:pt x="306705" y="179070"/>
                      <a:pt x="342900" y="200025"/>
                      <a:pt x="378143" y="212408"/>
                    </a:cubicBezTo>
                    <a:cubicBezTo>
                      <a:pt x="413385" y="224790"/>
                      <a:pt x="451485" y="232410"/>
                      <a:pt x="481965" y="255270"/>
                    </a:cubicBezTo>
                    <a:cubicBezTo>
                      <a:pt x="536258" y="295275"/>
                      <a:pt x="548640" y="382905"/>
                      <a:pt x="506730" y="436245"/>
                    </a:cubicBezTo>
                    <a:cubicBezTo>
                      <a:pt x="460058" y="495300"/>
                      <a:pt x="372428" y="501967"/>
                      <a:pt x="299085" y="485775"/>
                    </a:cubicBezTo>
                    <a:cubicBezTo>
                      <a:pt x="225743" y="469583"/>
                      <a:pt x="155258" y="437197"/>
                      <a:pt x="80010" y="434340"/>
                    </a:cubicBezTo>
                    <a:cubicBezTo>
                      <a:pt x="52388" y="433388"/>
                      <a:pt x="22860" y="438150"/>
                      <a:pt x="0" y="452438"/>
                    </a:cubicBezTo>
                    <a:cubicBezTo>
                      <a:pt x="1905" y="592455"/>
                      <a:pt x="68580" y="716280"/>
                      <a:pt x="171450" y="796290"/>
                    </a:cubicBezTo>
                    <a:cubicBezTo>
                      <a:pt x="234315" y="795337"/>
                      <a:pt x="299085" y="772477"/>
                      <a:pt x="357188" y="746760"/>
                    </a:cubicBezTo>
                    <a:cubicBezTo>
                      <a:pt x="440055" y="710565"/>
                      <a:pt x="524828" y="667702"/>
                      <a:pt x="615315" y="671513"/>
                    </a:cubicBezTo>
                    <a:cubicBezTo>
                      <a:pt x="676275" y="674370"/>
                      <a:pt x="735330" y="697230"/>
                      <a:pt x="793433" y="721043"/>
                    </a:cubicBezTo>
                    <a:cubicBezTo>
                      <a:pt x="852488" y="645795"/>
                      <a:pt x="888683" y="550545"/>
                      <a:pt x="888683" y="446722"/>
                    </a:cubicBezTo>
                    <a:cubicBezTo>
                      <a:pt x="889635" y="199072"/>
                      <a:pt x="690563" y="0"/>
                      <a:pt x="444818" y="0"/>
                    </a:cubicBezTo>
                    <a:close/>
                  </a:path>
                </a:pathLst>
              </a:custGeom>
              <a:gradFill>
                <a:gsLst>
                  <a:gs pos="79000">
                    <a:srgbClr val="E87F6F"/>
                  </a:gs>
                  <a:gs pos="13000">
                    <a:srgbClr val="D9250F"/>
                  </a:gs>
                </a:gsLst>
                <a:lin ang="108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4" name="任意多边形: 形状 83"/>
              <p:cNvSpPr/>
              <p:nvPr/>
            </p:nvSpPr>
            <p:spPr>
              <a:xfrm>
                <a:off x="8658938" y="2923739"/>
                <a:ext cx="577658" cy="1002405"/>
              </a:xfrm>
              <a:custGeom>
                <a:avLst/>
                <a:gdLst>
                  <a:gd name="connsiteX0" fmla="*/ 37987 w 323850"/>
                  <a:gd name="connsiteY0" fmla="*/ 0 h 561975"/>
                  <a:gd name="connsiteX1" fmla="*/ 4649 w 323850"/>
                  <a:gd name="connsiteY1" fmla="*/ 44767 h 561975"/>
                  <a:gd name="connsiteX2" fmla="*/ 17032 w 323850"/>
                  <a:gd name="connsiteY2" fmla="*/ 140017 h 561975"/>
                  <a:gd name="connsiteX3" fmla="*/ 64657 w 323850"/>
                  <a:gd name="connsiteY3" fmla="*/ 226695 h 561975"/>
                  <a:gd name="connsiteX4" fmla="*/ 75134 w 323850"/>
                  <a:gd name="connsiteY4" fmla="*/ 375285 h 561975"/>
                  <a:gd name="connsiteX5" fmla="*/ 45607 w 323850"/>
                  <a:gd name="connsiteY5" fmla="*/ 462915 h 561975"/>
                  <a:gd name="connsiteX6" fmla="*/ 64657 w 323850"/>
                  <a:gd name="connsiteY6" fmla="*/ 548640 h 561975"/>
                  <a:gd name="connsiteX7" fmla="*/ 166574 w 323850"/>
                  <a:gd name="connsiteY7" fmla="*/ 559118 h 561975"/>
                  <a:gd name="connsiteX8" fmla="*/ 270397 w 323850"/>
                  <a:gd name="connsiteY8" fmla="*/ 534352 h 561975"/>
                  <a:gd name="connsiteX9" fmla="*/ 309449 w 323850"/>
                  <a:gd name="connsiteY9" fmla="*/ 543877 h 561975"/>
                  <a:gd name="connsiteX10" fmla="*/ 328499 w 323850"/>
                  <a:gd name="connsiteY10" fmla="*/ 416242 h 561975"/>
                  <a:gd name="connsiteX11" fmla="*/ 37987 w 323850"/>
                  <a:gd name="connsiteY11" fmla="*/ 0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3850" h="561975">
                    <a:moveTo>
                      <a:pt x="37987" y="0"/>
                    </a:moveTo>
                    <a:cubicBezTo>
                      <a:pt x="22747" y="11430"/>
                      <a:pt x="10364" y="26670"/>
                      <a:pt x="4649" y="44767"/>
                    </a:cubicBezTo>
                    <a:cubicBezTo>
                      <a:pt x="-5828" y="76200"/>
                      <a:pt x="2744" y="110490"/>
                      <a:pt x="17032" y="140017"/>
                    </a:cubicBezTo>
                    <a:cubicBezTo>
                      <a:pt x="31319" y="169545"/>
                      <a:pt x="51322" y="196215"/>
                      <a:pt x="64657" y="226695"/>
                    </a:cubicBezTo>
                    <a:cubicBezTo>
                      <a:pt x="84659" y="273367"/>
                      <a:pt x="88469" y="326708"/>
                      <a:pt x="75134" y="375285"/>
                    </a:cubicBezTo>
                    <a:cubicBezTo>
                      <a:pt x="66562" y="404813"/>
                      <a:pt x="52274" y="432435"/>
                      <a:pt x="45607" y="462915"/>
                    </a:cubicBezTo>
                    <a:cubicBezTo>
                      <a:pt x="38939" y="493395"/>
                      <a:pt x="42749" y="527685"/>
                      <a:pt x="64657" y="548640"/>
                    </a:cubicBezTo>
                    <a:cubicBezTo>
                      <a:pt x="90374" y="573405"/>
                      <a:pt x="132284" y="569595"/>
                      <a:pt x="166574" y="559118"/>
                    </a:cubicBezTo>
                    <a:cubicBezTo>
                      <a:pt x="200864" y="548640"/>
                      <a:pt x="234202" y="532447"/>
                      <a:pt x="270397" y="534352"/>
                    </a:cubicBezTo>
                    <a:cubicBezTo>
                      <a:pt x="283732" y="535305"/>
                      <a:pt x="297067" y="539115"/>
                      <a:pt x="309449" y="543877"/>
                    </a:cubicBezTo>
                    <a:cubicBezTo>
                      <a:pt x="321832" y="503872"/>
                      <a:pt x="328499" y="461010"/>
                      <a:pt x="328499" y="416242"/>
                    </a:cubicBezTo>
                    <a:cubicBezTo>
                      <a:pt x="327547" y="225742"/>
                      <a:pt x="206579" y="62865"/>
                      <a:pt x="37987" y="0"/>
                    </a:cubicBezTo>
                    <a:close/>
                  </a:path>
                </a:pathLst>
              </a:custGeom>
              <a:gradFill>
                <a:gsLst>
                  <a:gs pos="79000">
                    <a:srgbClr val="E87F6F"/>
                  </a:gs>
                  <a:gs pos="13000">
                    <a:srgbClr val="D9250F"/>
                  </a:gs>
                </a:gsLst>
                <a:lin ang="108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5" name="任意多边形: 形状 84"/>
              <p:cNvSpPr/>
              <p:nvPr/>
            </p:nvSpPr>
            <p:spPr>
              <a:xfrm>
                <a:off x="7666525" y="3775563"/>
                <a:ext cx="526688" cy="458728"/>
              </a:xfrm>
              <a:custGeom>
                <a:avLst/>
                <a:gdLst>
                  <a:gd name="connsiteX0" fmla="*/ 276225 w 295275"/>
                  <a:gd name="connsiteY0" fmla="*/ 98707 h 257175"/>
                  <a:gd name="connsiteX1" fmla="*/ 276225 w 295275"/>
                  <a:gd name="connsiteY1" fmla="*/ 98707 h 257175"/>
                  <a:gd name="connsiteX2" fmla="*/ 200025 w 295275"/>
                  <a:gd name="connsiteY2" fmla="*/ 78705 h 257175"/>
                  <a:gd name="connsiteX3" fmla="*/ 80963 w 295275"/>
                  <a:gd name="connsiteY3" fmla="*/ 17745 h 257175"/>
                  <a:gd name="connsiteX4" fmla="*/ 0 w 295275"/>
                  <a:gd name="connsiteY4" fmla="*/ 600 h 257175"/>
                  <a:gd name="connsiteX5" fmla="*/ 138113 w 295275"/>
                  <a:gd name="connsiteY5" fmla="*/ 266347 h 257175"/>
                  <a:gd name="connsiteX6" fmla="*/ 155258 w 295275"/>
                  <a:gd name="connsiteY6" fmla="*/ 236820 h 257175"/>
                  <a:gd name="connsiteX7" fmla="*/ 200025 w 295275"/>
                  <a:gd name="connsiteY7" fmla="*/ 209197 h 257175"/>
                  <a:gd name="connsiteX8" fmla="*/ 274320 w 295275"/>
                  <a:gd name="connsiteY8" fmla="*/ 177765 h 257175"/>
                  <a:gd name="connsiteX9" fmla="*/ 276225 w 295275"/>
                  <a:gd name="connsiteY9" fmla="*/ 98707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5275" h="257175">
                    <a:moveTo>
                      <a:pt x="276225" y="98707"/>
                    </a:moveTo>
                    <a:cubicBezTo>
                      <a:pt x="275273" y="98707"/>
                      <a:pt x="275273" y="98707"/>
                      <a:pt x="276225" y="98707"/>
                    </a:cubicBezTo>
                    <a:cubicBezTo>
                      <a:pt x="251460" y="87277"/>
                      <a:pt x="224790" y="86325"/>
                      <a:pt x="200025" y="78705"/>
                    </a:cubicBezTo>
                    <a:cubicBezTo>
                      <a:pt x="157163" y="66322"/>
                      <a:pt x="120968" y="36795"/>
                      <a:pt x="80963" y="17745"/>
                    </a:cubicBezTo>
                    <a:cubicBezTo>
                      <a:pt x="56198" y="5362"/>
                      <a:pt x="26670" y="-2258"/>
                      <a:pt x="0" y="600"/>
                    </a:cubicBezTo>
                    <a:cubicBezTo>
                      <a:pt x="14287" y="105375"/>
                      <a:pt x="64770" y="197767"/>
                      <a:pt x="138113" y="266347"/>
                    </a:cubicBezTo>
                    <a:cubicBezTo>
                      <a:pt x="141923" y="254917"/>
                      <a:pt x="147638" y="245392"/>
                      <a:pt x="155258" y="236820"/>
                    </a:cubicBezTo>
                    <a:cubicBezTo>
                      <a:pt x="167640" y="223485"/>
                      <a:pt x="183833" y="216817"/>
                      <a:pt x="200025" y="209197"/>
                    </a:cubicBezTo>
                    <a:cubicBezTo>
                      <a:pt x="224790" y="198720"/>
                      <a:pt x="249555" y="188242"/>
                      <a:pt x="274320" y="177765"/>
                    </a:cubicBezTo>
                    <a:cubicBezTo>
                      <a:pt x="306705" y="162525"/>
                      <a:pt x="308610" y="113947"/>
                      <a:pt x="276225" y="98707"/>
                    </a:cubicBezTo>
                    <a:close/>
                  </a:path>
                </a:pathLst>
              </a:custGeom>
              <a:gradFill flip="none" rotWithShape="1">
                <a:gsLst>
                  <a:gs pos="82000">
                    <a:srgbClr val="F2BF82">
                      <a:alpha val="50000"/>
                    </a:srgbClr>
                  </a:gs>
                  <a:gs pos="0">
                    <a:srgbClr val="EA972E"/>
                  </a:gs>
                </a:gsLst>
                <a:lin ang="18900000" scaled="1"/>
                <a:tileRect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6" name="任意多边形: 形状 85"/>
              <p:cNvSpPr/>
              <p:nvPr/>
            </p:nvSpPr>
            <p:spPr>
              <a:xfrm>
                <a:off x="7680117" y="2984901"/>
                <a:ext cx="356789" cy="509698"/>
              </a:xfrm>
              <a:custGeom>
                <a:avLst/>
                <a:gdLst>
                  <a:gd name="connsiteX0" fmla="*/ 0 w 200025"/>
                  <a:gd name="connsiteY0" fmla="*/ 272415 h 285750"/>
                  <a:gd name="connsiteX1" fmla="*/ 46673 w 200025"/>
                  <a:gd name="connsiteY1" fmla="*/ 282893 h 285750"/>
                  <a:gd name="connsiteX2" fmla="*/ 120015 w 200025"/>
                  <a:gd name="connsiteY2" fmla="*/ 274320 h 285750"/>
                  <a:gd name="connsiteX3" fmla="*/ 160020 w 200025"/>
                  <a:gd name="connsiteY3" fmla="*/ 164783 h 285750"/>
                  <a:gd name="connsiteX4" fmla="*/ 189548 w 200025"/>
                  <a:gd name="connsiteY4" fmla="*/ 27623 h 285750"/>
                  <a:gd name="connsiteX5" fmla="*/ 202883 w 200025"/>
                  <a:gd name="connsiteY5" fmla="*/ 0 h 285750"/>
                  <a:gd name="connsiteX6" fmla="*/ 0 w 200025"/>
                  <a:gd name="connsiteY6" fmla="*/ 272415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0025" h="285750">
                    <a:moveTo>
                      <a:pt x="0" y="272415"/>
                    </a:moveTo>
                    <a:cubicBezTo>
                      <a:pt x="15240" y="275273"/>
                      <a:pt x="30480" y="280035"/>
                      <a:pt x="46673" y="282893"/>
                    </a:cubicBezTo>
                    <a:cubicBezTo>
                      <a:pt x="71438" y="287655"/>
                      <a:pt x="99060" y="288608"/>
                      <a:pt x="120015" y="274320"/>
                    </a:cubicBezTo>
                    <a:cubicBezTo>
                      <a:pt x="154305" y="252413"/>
                      <a:pt x="157163" y="204788"/>
                      <a:pt x="160020" y="164783"/>
                    </a:cubicBezTo>
                    <a:cubicBezTo>
                      <a:pt x="163830" y="118110"/>
                      <a:pt x="171450" y="70485"/>
                      <a:pt x="189548" y="27623"/>
                    </a:cubicBezTo>
                    <a:cubicBezTo>
                      <a:pt x="193358" y="18098"/>
                      <a:pt x="198120" y="8573"/>
                      <a:pt x="202883" y="0"/>
                    </a:cubicBezTo>
                    <a:cubicBezTo>
                      <a:pt x="103823" y="60008"/>
                      <a:pt x="29528" y="157163"/>
                      <a:pt x="0" y="272415"/>
                    </a:cubicBezTo>
                    <a:close/>
                  </a:path>
                </a:pathLst>
              </a:custGeom>
              <a:gradFill flip="none" rotWithShape="1">
                <a:gsLst>
                  <a:gs pos="71000">
                    <a:srgbClr val="DA640C"/>
                  </a:gs>
                  <a:gs pos="0">
                    <a:srgbClr val="F2BF82"/>
                  </a:gs>
                </a:gsLst>
                <a:lin ang="13500000" scaled="1"/>
                <a:tileRect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7" name="任意多边形: 形状 86"/>
              <p:cNvSpPr/>
              <p:nvPr/>
            </p:nvSpPr>
            <p:spPr>
              <a:xfrm>
                <a:off x="8408984" y="4250073"/>
                <a:ext cx="526688" cy="203879"/>
              </a:xfrm>
              <a:custGeom>
                <a:avLst/>
                <a:gdLst>
                  <a:gd name="connsiteX0" fmla="*/ 0 w 295275"/>
                  <a:gd name="connsiteY0" fmla="*/ 117481 h 114300"/>
                  <a:gd name="connsiteX1" fmla="*/ 22860 w 295275"/>
                  <a:gd name="connsiteY1" fmla="*/ 118433 h 114300"/>
                  <a:gd name="connsiteX2" fmla="*/ 301943 w 295275"/>
                  <a:gd name="connsiteY2" fmla="*/ 20326 h 114300"/>
                  <a:gd name="connsiteX3" fmla="*/ 139065 w 295275"/>
                  <a:gd name="connsiteY3" fmla="*/ 10801 h 114300"/>
                  <a:gd name="connsiteX4" fmla="*/ 18098 w 295275"/>
                  <a:gd name="connsiteY4" fmla="*/ 103194 h 114300"/>
                  <a:gd name="connsiteX5" fmla="*/ 0 w 295275"/>
                  <a:gd name="connsiteY5" fmla="*/ 117481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5275" h="114300">
                    <a:moveTo>
                      <a:pt x="0" y="117481"/>
                    </a:moveTo>
                    <a:cubicBezTo>
                      <a:pt x="7620" y="117481"/>
                      <a:pt x="15240" y="118433"/>
                      <a:pt x="22860" y="118433"/>
                    </a:cubicBezTo>
                    <a:cubicBezTo>
                      <a:pt x="128588" y="118433"/>
                      <a:pt x="225743" y="81286"/>
                      <a:pt x="301943" y="20326"/>
                    </a:cubicBezTo>
                    <a:cubicBezTo>
                      <a:pt x="249555" y="1276"/>
                      <a:pt x="191453" y="-9202"/>
                      <a:pt x="139065" y="10801"/>
                    </a:cubicBezTo>
                    <a:cubicBezTo>
                      <a:pt x="91440" y="28898"/>
                      <a:pt x="56198" y="68904"/>
                      <a:pt x="18098" y="103194"/>
                    </a:cubicBezTo>
                    <a:cubicBezTo>
                      <a:pt x="12382" y="107004"/>
                      <a:pt x="5715" y="112719"/>
                      <a:pt x="0" y="117481"/>
                    </a:cubicBezTo>
                    <a:close/>
                  </a:path>
                </a:pathLst>
              </a:custGeom>
              <a:gradFill flip="none" rotWithShape="1">
                <a:gsLst>
                  <a:gs pos="78000">
                    <a:srgbClr val="E87F6F"/>
                  </a:gs>
                  <a:gs pos="13000">
                    <a:srgbClr val="D9250F"/>
                  </a:gs>
                </a:gsLst>
                <a:lin ang="13500000" scaled="1"/>
                <a:tileRect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10971579" y="604631"/>
              <a:ext cx="826956" cy="828273"/>
              <a:chOff x="10971579" y="604631"/>
              <a:chExt cx="826956" cy="828273"/>
            </a:xfrm>
            <a:effectLst>
              <a:glow rad="101600">
                <a:schemeClr val="accent2">
                  <a:lumMod val="60000"/>
                  <a:lumOff val="40000"/>
                  <a:alpha val="28000"/>
                </a:schemeClr>
              </a:glow>
            </a:effectLst>
          </p:grpSpPr>
          <p:sp>
            <p:nvSpPr>
              <p:cNvPr id="80" name="任意多边形: 形状 79"/>
              <p:cNvSpPr/>
              <p:nvPr/>
            </p:nvSpPr>
            <p:spPr>
              <a:xfrm>
                <a:off x="10971579" y="604631"/>
                <a:ext cx="817723" cy="817723"/>
              </a:xfrm>
              <a:custGeom>
                <a:avLst/>
                <a:gdLst>
                  <a:gd name="connsiteX0" fmla="*/ 598170 w 590550"/>
                  <a:gd name="connsiteY0" fmla="*/ 299085 h 590550"/>
                  <a:gd name="connsiteX1" fmla="*/ 299085 w 590550"/>
                  <a:gd name="connsiteY1" fmla="*/ 598170 h 590550"/>
                  <a:gd name="connsiteX2" fmla="*/ 0 w 590550"/>
                  <a:gd name="connsiteY2" fmla="*/ 299085 h 590550"/>
                  <a:gd name="connsiteX3" fmla="*/ 299085 w 590550"/>
                  <a:gd name="connsiteY3" fmla="*/ 0 h 590550"/>
                  <a:gd name="connsiteX4" fmla="*/ 598170 w 590550"/>
                  <a:gd name="connsiteY4" fmla="*/ 299085 h 590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0550" h="590550">
                    <a:moveTo>
                      <a:pt x="598170" y="299085"/>
                    </a:moveTo>
                    <a:cubicBezTo>
                      <a:pt x="598170" y="464265"/>
                      <a:pt x="464265" y="598170"/>
                      <a:pt x="299085" y="598170"/>
                    </a:cubicBezTo>
                    <a:cubicBezTo>
                      <a:pt x="133905" y="598170"/>
                      <a:pt x="0" y="464265"/>
                      <a:pt x="0" y="299085"/>
                    </a:cubicBezTo>
                    <a:cubicBezTo>
                      <a:pt x="0" y="133905"/>
                      <a:pt x="133905" y="0"/>
                      <a:pt x="299085" y="0"/>
                    </a:cubicBezTo>
                    <a:cubicBezTo>
                      <a:pt x="464265" y="0"/>
                      <a:pt x="598170" y="133905"/>
                      <a:pt x="598170" y="299085"/>
                    </a:cubicBezTo>
                    <a:close/>
                  </a:path>
                </a:pathLst>
              </a:custGeom>
              <a:gradFill flip="none" rotWithShape="1">
                <a:gsLst>
                  <a:gs pos="88000">
                    <a:schemeClr val="accent6"/>
                  </a:gs>
                  <a:gs pos="24000">
                    <a:schemeClr val="accent2"/>
                  </a:gs>
                </a:gsLst>
                <a:lin ang="18900000" scaled="1"/>
                <a:tileRect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1" name="任意多边形: 形状 80"/>
              <p:cNvSpPr/>
              <p:nvPr/>
            </p:nvSpPr>
            <p:spPr>
              <a:xfrm>
                <a:off x="10971579" y="665300"/>
                <a:ext cx="826956" cy="767604"/>
              </a:xfrm>
              <a:custGeom>
                <a:avLst/>
                <a:gdLst>
                  <a:gd name="connsiteX0" fmla="*/ 156949 w 826956"/>
                  <a:gd name="connsiteY0" fmla="*/ 679237 h 767604"/>
                  <a:gd name="connsiteX1" fmla="*/ 648902 w 826956"/>
                  <a:gd name="connsiteY1" fmla="*/ 693746 h 767604"/>
                  <a:gd name="connsiteX2" fmla="*/ 412817 w 826956"/>
                  <a:gd name="connsiteY2" fmla="*/ 767604 h 767604"/>
                  <a:gd name="connsiteX3" fmla="*/ 156949 w 826956"/>
                  <a:gd name="connsiteY3" fmla="*/ 679237 h 767604"/>
                  <a:gd name="connsiteX4" fmla="*/ 52756 w 826956"/>
                  <a:gd name="connsiteY4" fmla="*/ 555261 h 767604"/>
                  <a:gd name="connsiteX5" fmla="*/ 772879 w 826956"/>
                  <a:gd name="connsiteY5" fmla="*/ 560537 h 767604"/>
                  <a:gd name="connsiteX6" fmla="*/ 742545 w 826956"/>
                  <a:gd name="connsiteY6" fmla="*/ 605379 h 767604"/>
                  <a:gd name="connsiteX7" fmla="*/ 85729 w 826956"/>
                  <a:gd name="connsiteY7" fmla="*/ 605379 h 767604"/>
                  <a:gd name="connsiteX8" fmla="*/ 52756 w 826956"/>
                  <a:gd name="connsiteY8" fmla="*/ 555261 h 767604"/>
                  <a:gd name="connsiteX9" fmla="*/ 826955 w 826956"/>
                  <a:gd name="connsiteY9" fmla="*/ 365337 h 767604"/>
                  <a:gd name="connsiteX10" fmla="*/ 803214 w 826956"/>
                  <a:gd name="connsiteY10" fmla="*/ 493272 h 767604"/>
                  <a:gd name="connsiteX11" fmla="*/ 11869 w 826956"/>
                  <a:gd name="connsiteY11" fmla="*/ 455023 h 767604"/>
                  <a:gd name="connsiteX12" fmla="*/ 3956 w 826956"/>
                  <a:gd name="connsiteY12" fmla="*/ 416775 h 767604"/>
                  <a:gd name="connsiteX13" fmla="*/ 6595 w 826956"/>
                  <a:gd name="connsiteY13" fmla="*/ 280926 h 767604"/>
                  <a:gd name="connsiteX14" fmla="*/ 6595 w 826956"/>
                  <a:gd name="connsiteY14" fmla="*/ 282246 h 767604"/>
                  <a:gd name="connsiteX15" fmla="*/ 820361 w 826956"/>
                  <a:gd name="connsiteY15" fmla="*/ 282246 h 767604"/>
                  <a:gd name="connsiteX16" fmla="*/ 826956 w 826956"/>
                  <a:gd name="connsiteY16" fmla="*/ 333682 h 767604"/>
                  <a:gd name="connsiteX17" fmla="*/ 0 w 826956"/>
                  <a:gd name="connsiteY17" fmla="*/ 350828 h 767604"/>
                  <a:gd name="connsiteX18" fmla="*/ 6595 w 826956"/>
                  <a:gd name="connsiteY18" fmla="*/ 280926 h 767604"/>
                  <a:gd name="connsiteX19" fmla="*/ 778156 w 826956"/>
                  <a:gd name="connsiteY19" fmla="*/ 155631 h 767604"/>
                  <a:gd name="connsiteX20" fmla="*/ 804534 w 826956"/>
                  <a:gd name="connsiteY20" fmla="*/ 214982 h 767604"/>
                  <a:gd name="connsiteX21" fmla="*/ 23740 w 826956"/>
                  <a:gd name="connsiteY21" fmla="*/ 214982 h 767604"/>
                  <a:gd name="connsiteX22" fmla="*/ 27696 w 826956"/>
                  <a:gd name="connsiteY22" fmla="*/ 205749 h 767604"/>
                  <a:gd name="connsiteX23" fmla="*/ 627799 w 826956"/>
                  <a:gd name="connsiteY23" fmla="*/ 0 h 767604"/>
                  <a:gd name="connsiteX24" fmla="*/ 718804 w 826956"/>
                  <a:gd name="connsiteY24" fmla="*/ 75178 h 767604"/>
                  <a:gd name="connsiteX25" fmla="*/ 47479 w 826956"/>
                  <a:gd name="connsiteY25" fmla="*/ 158269 h 767604"/>
                  <a:gd name="connsiteX26" fmla="*/ 137165 w 826956"/>
                  <a:gd name="connsiteY26" fmla="*/ 44843 h 767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826956" h="767604">
                    <a:moveTo>
                      <a:pt x="156949" y="679237"/>
                    </a:moveTo>
                    <a:lnTo>
                      <a:pt x="648902" y="693746"/>
                    </a:lnTo>
                    <a:cubicBezTo>
                      <a:pt x="581637" y="739906"/>
                      <a:pt x="501185" y="767604"/>
                      <a:pt x="412817" y="767604"/>
                    </a:cubicBezTo>
                    <a:cubicBezTo>
                      <a:pt x="316538" y="767604"/>
                      <a:pt x="226852" y="734631"/>
                      <a:pt x="156949" y="679237"/>
                    </a:cubicBezTo>
                    <a:close/>
                    <a:moveTo>
                      <a:pt x="52756" y="555261"/>
                    </a:moveTo>
                    <a:lnTo>
                      <a:pt x="772879" y="560537"/>
                    </a:lnTo>
                    <a:cubicBezTo>
                      <a:pt x="763648" y="576363"/>
                      <a:pt x="753095" y="590872"/>
                      <a:pt x="742545" y="605379"/>
                    </a:cubicBezTo>
                    <a:lnTo>
                      <a:pt x="85729" y="605379"/>
                    </a:lnTo>
                    <a:cubicBezTo>
                      <a:pt x="72540" y="589552"/>
                      <a:pt x="61988" y="573726"/>
                      <a:pt x="52756" y="555261"/>
                    </a:cubicBezTo>
                    <a:close/>
                    <a:moveTo>
                      <a:pt x="826955" y="365337"/>
                    </a:moveTo>
                    <a:cubicBezTo>
                      <a:pt x="825635" y="410180"/>
                      <a:pt x="817722" y="452385"/>
                      <a:pt x="803214" y="493272"/>
                    </a:cubicBezTo>
                    <a:lnTo>
                      <a:pt x="11869" y="455023"/>
                    </a:lnTo>
                    <a:cubicBezTo>
                      <a:pt x="9232" y="443153"/>
                      <a:pt x="6594" y="429964"/>
                      <a:pt x="3956" y="416775"/>
                    </a:cubicBezTo>
                    <a:close/>
                    <a:moveTo>
                      <a:pt x="6595" y="280926"/>
                    </a:moveTo>
                    <a:lnTo>
                      <a:pt x="6595" y="282246"/>
                    </a:lnTo>
                    <a:lnTo>
                      <a:pt x="820361" y="282246"/>
                    </a:lnTo>
                    <a:cubicBezTo>
                      <a:pt x="824317" y="298072"/>
                      <a:pt x="825636" y="316537"/>
                      <a:pt x="826956" y="333682"/>
                    </a:cubicBezTo>
                    <a:lnTo>
                      <a:pt x="0" y="350828"/>
                    </a:lnTo>
                    <a:cubicBezTo>
                      <a:pt x="0" y="327088"/>
                      <a:pt x="2638" y="303348"/>
                      <a:pt x="6595" y="280926"/>
                    </a:cubicBezTo>
                    <a:close/>
                    <a:moveTo>
                      <a:pt x="778156" y="155631"/>
                    </a:moveTo>
                    <a:cubicBezTo>
                      <a:pt x="788707" y="174096"/>
                      <a:pt x="796620" y="193878"/>
                      <a:pt x="804534" y="214982"/>
                    </a:cubicBezTo>
                    <a:lnTo>
                      <a:pt x="23740" y="214982"/>
                    </a:lnTo>
                    <a:cubicBezTo>
                      <a:pt x="23740" y="212344"/>
                      <a:pt x="25058" y="208387"/>
                      <a:pt x="27696" y="205749"/>
                    </a:cubicBezTo>
                    <a:close/>
                    <a:moveTo>
                      <a:pt x="627799" y="0"/>
                    </a:moveTo>
                    <a:cubicBezTo>
                      <a:pt x="662090" y="21103"/>
                      <a:pt x="692426" y="46162"/>
                      <a:pt x="718804" y="75178"/>
                    </a:cubicBezTo>
                    <a:lnTo>
                      <a:pt x="47479" y="158269"/>
                    </a:lnTo>
                    <a:cubicBezTo>
                      <a:pt x="71219" y="114746"/>
                      <a:pt x="101555" y="76497"/>
                      <a:pt x="137165" y="44843"/>
                    </a:cubicBezTo>
                    <a:close/>
                  </a:path>
                </a:pathLst>
              </a:custGeom>
              <a:gradFill flip="none" rotWithShape="1">
                <a:gsLst>
                  <a:gs pos="85000">
                    <a:schemeClr val="accent2">
                      <a:lumMod val="60000"/>
                      <a:lumOff val="40000"/>
                      <a:alpha val="20000"/>
                    </a:schemeClr>
                  </a:gs>
                  <a:gs pos="24000">
                    <a:schemeClr val="accent6">
                      <a:lumMod val="20000"/>
                      <a:lumOff val="80000"/>
                      <a:alpha val="50000"/>
                    </a:schemeClr>
                  </a:gs>
                </a:gsLst>
                <a:lin ang="8100000" scaled="1"/>
                <a:tileRect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9439010" y="1959009"/>
              <a:ext cx="1541139" cy="3737449"/>
              <a:chOff x="9439010" y="1959009"/>
              <a:chExt cx="1541139" cy="3737449"/>
            </a:xfrm>
            <a:effectLst/>
          </p:grpSpPr>
          <p:sp>
            <p:nvSpPr>
              <p:cNvPr id="61" name="任意多边形: 形状 60"/>
              <p:cNvSpPr/>
              <p:nvPr/>
            </p:nvSpPr>
            <p:spPr>
              <a:xfrm rot="21376662">
                <a:off x="9439010" y="2346224"/>
                <a:ext cx="1541139" cy="3350234"/>
              </a:xfrm>
              <a:custGeom>
                <a:avLst/>
                <a:gdLst>
                  <a:gd name="connsiteX0" fmla="*/ 1419022 w 1861619"/>
                  <a:gd name="connsiteY0" fmla="*/ 0 h 5008250"/>
                  <a:gd name="connsiteX1" fmla="*/ 1428907 w 1861619"/>
                  <a:gd name="connsiteY1" fmla="*/ 9885 h 5008250"/>
                  <a:gd name="connsiteX2" fmla="*/ 1437144 w 1861619"/>
                  <a:gd name="connsiteY2" fmla="*/ 19769 h 5008250"/>
                  <a:gd name="connsiteX3" fmla="*/ 1453619 w 1861619"/>
                  <a:gd name="connsiteY3" fmla="*/ 37891 h 5008250"/>
                  <a:gd name="connsiteX4" fmla="*/ 1484920 w 1861619"/>
                  <a:gd name="connsiteY4" fmla="*/ 75783 h 5008250"/>
                  <a:gd name="connsiteX5" fmla="*/ 1544229 w 1861619"/>
                  <a:gd name="connsiteY5" fmla="*/ 151565 h 5008250"/>
                  <a:gd name="connsiteX6" fmla="*/ 1649666 w 1861619"/>
                  <a:gd name="connsiteY6" fmla="*/ 311368 h 5008250"/>
                  <a:gd name="connsiteX7" fmla="*/ 1738628 w 1861619"/>
                  <a:gd name="connsiteY7" fmla="*/ 481056 h 5008250"/>
                  <a:gd name="connsiteX8" fmla="*/ 1809468 w 1861619"/>
                  <a:gd name="connsiteY8" fmla="*/ 660628 h 5008250"/>
                  <a:gd name="connsiteX9" fmla="*/ 1873719 w 1861619"/>
                  <a:gd name="connsiteY9" fmla="*/ 1046131 h 5008250"/>
                  <a:gd name="connsiteX10" fmla="*/ 1799584 w 1861619"/>
                  <a:gd name="connsiteY10" fmla="*/ 1433282 h 5008250"/>
                  <a:gd name="connsiteX11" fmla="*/ 1596947 w 1861619"/>
                  <a:gd name="connsiteY11" fmla="*/ 1762772 h 5008250"/>
                  <a:gd name="connsiteX12" fmla="*/ 1532697 w 1861619"/>
                  <a:gd name="connsiteY12" fmla="*/ 1833613 h 5008250"/>
                  <a:gd name="connsiteX13" fmla="*/ 1463504 w 1861619"/>
                  <a:gd name="connsiteY13" fmla="*/ 1899511 h 5008250"/>
                  <a:gd name="connsiteX14" fmla="*/ 1427260 w 1861619"/>
                  <a:gd name="connsiteY14" fmla="*/ 1930812 h 5008250"/>
                  <a:gd name="connsiteX15" fmla="*/ 1391016 w 1861619"/>
                  <a:gd name="connsiteY15" fmla="*/ 1960467 h 5008250"/>
                  <a:gd name="connsiteX16" fmla="*/ 1354772 w 1861619"/>
                  <a:gd name="connsiteY16" fmla="*/ 1990121 h 5008250"/>
                  <a:gd name="connsiteX17" fmla="*/ 1316881 w 1861619"/>
                  <a:gd name="connsiteY17" fmla="*/ 2018127 h 5008250"/>
                  <a:gd name="connsiteX18" fmla="*/ 1241098 w 1861619"/>
                  <a:gd name="connsiteY18" fmla="*/ 2072493 h 5008250"/>
                  <a:gd name="connsiteX19" fmla="*/ 1168610 w 1861619"/>
                  <a:gd name="connsiteY19" fmla="*/ 2121917 h 5008250"/>
                  <a:gd name="connsiteX20" fmla="*/ 1026929 w 1861619"/>
                  <a:gd name="connsiteY20" fmla="*/ 2225706 h 5008250"/>
                  <a:gd name="connsiteX21" fmla="*/ 760042 w 1861619"/>
                  <a:gd name="connsiteY21" fmla="*/ 2453054 h 5008250"/>
                  <a:gd name="connsiteX22" fmla="*/ 521162 w 1861619"/>
                  <a:gd name="connsiteY22" fmla="*/ 2708409 h 5008250"/>
                  <a:gd name="connsiteX23" fmla="*/ 320173 w 1861619"/>
                  <a:gd name="connsiteY23" fmla="*/ 2995066 h 5008250"/>
                  <a:gd name="connsiteX24" fmla="*/ 77997 w 1861619"/>
                  <a:gd name="connsiteY24" fmla="*/ 3650751 h 5008250"/>
                  <a:gd name="connsiteX25" fmla="*/ 107652 w 1861619"/>
                  <a:gd name="connsiteY25" fmla="*/ 4352565 h 5008250"/>
                  <a:gd name="connsiteX26" fmla="*/ 381128 w 1861619"/>
                  <a:gd name="connsiteY26" fmla="*/ 5009898 h 5008250"/>
                  <a:gd name="connsiteX27" fmla="*/ 74703 w 1861619"/>
                  <a:gd name="connsiteY27" fmla="*/ 4360802 h 5008250"/>
                  <a:gd name="connsiteX28" fmla="*/ 12099 w 1861619"/>
                  <a:gd name="connsiteY28" fmla="*/ 3642514 h 5008250"/>
                  <a:gd name="connsiteX29" fmla="*/ 232858 w 1861619"/>
                  <a:gd name="connsiteY29" fmla="*/ 2948937 h 5008250"/>
                  <a:gd name="connsiteX30" fmla="*/ 428904 w 1861619"/>
                  <a:gd name="connsiteY30" fmla="*/ 2640864 h 5008250"/>
                  <a:gd name="connsiteX31" fmla="*/ 666137 w 1861619"/>
                  <a:gd name="connsiteY31" fmla="*/ 2362444 h 5008250"/>
                  <a:gd name="connsiteX32" fmla="*/ 933024 w 1861619"/>
                  <a:gd name="connsiteY32" fmla="*/ 2113680 h 5008250"/>
                  <a:gd name="connsiteX33" fmla="*/ 1076353 w 1861619"/>
                  <a:gd name="connsiteY33" fmla="*/ 2000005 h 5008250"/>
                  <a:gd name="connsiteX34" fmla="*/ 1148840 w 1861619"/>
                  <a:gd name="connsiteY34" fmla="*/ 1945639 h 5008250"/>
                  <a:gd name="connsiteX35" fmla="*/ 1216386 w 1861619"/>
                  <a:gd name="connsiteY35" fmla="*/ 1892921 h 5008250"/>
                  <a:gd name="connsiteX36" fmla="*/ 1613422 w 1861619"/>
                  <a:gd name="connsiteY36" fmla="*/ 1369032 h 5008250"/>
                  <a:gd name="connsiteX37" fmla="*/ 1657903 w 1861619"/>
                  <a:gd name="connsiteY37" fmla="*/ 1054369 h 5008250"/>
                  <a:gd name="connsiteX38" fmla="*/ 1590357 w 1861619"/>
                  <a:gd name="connsiteY38" fmla="*/ 739705 h 5008250"/>
                  <a:gd name="connsiteX39" fmla="*/ 1522812 w 1861619"/>
                  <a:gd name="connsiteY39" fmla="*/ 589787 h 5008250"/>
                  <a:gd name="connsiteX40" fmla="*/ 1438792 w 1861619"/>
                  <a:gd name="connsiteY40" fmla="*/ 446459 h 5008250"/>
                  <a:gd name="connsiteX41" fmla="*/ 1339945 w 1861619"/>
                  <a:gd name="connsiteY41" fmla="*/ 311368 h 5008250"/>
                  <a:gd name="connsiteX42" fmla="*/ 1285579 w 1861619"/>
                  <a:gd name="connsiteY42" fmla="*/ 247118 h 5008250"/>
                  <a:gd name="connsiteX43" fmla="*/ 1257572 w 1861619"/>
                  <a:gd name="connsiteY43" fmla="*/ 217464 h 5008250"/>
                  <a:gd name="connsiteX44" fmla="*/ 1244393 w 1861619"/>
                  <a:gd name="connsiteY44" fmla="*/ 202636 h 5008250"/>
                  <a:gd name="connsiteX45" fmla="*/ 1239450 w 1861619"/>
                  <a:gd name="connsiteY45" fmla="*/ 192752 h 5008250"/>
                  <a:gd name="connsiteX46" fmla="*/ 1234508 w 1861619"/>
                  <a:gd name="connsiteY46" fmla="*/ 187809 h 5008250"/>
                  <a:gd name="connsiteX47" fmla="*/ 1419022 w 1861619"/>
                  <a:gd name="connsiteY47" fmla="*/ 0 h 5008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1861619" h="5008250">
                    <a:moveTo>
                      <a:pt x="1419022" y="0"/>
                    </a:moveTo>
                    <a:lnTo>
                      <a:pt x="1428907" y="9885"/>
                    </a:lnTo>
                    <a:lnTo>
                      <a:pt x="1437144" y="19769"/>
                    </a:lnTo>
                    <a:lnTo>
                      <a:pt x="1453619" y="37891"/>
                    </a:lnTo>
                    <a:cubicBezTo>
                      <a:pt x="1465151" y="51071"/>
                      <a:pt x="1475036" y="62603"/>
                      <a:pt x="1484920" y="75783"/>
                    </a:cubicBezTo>
                    <a:cubicBezTo>
                      <a:pt x="1504690" y="100495"/>
                      <a:pt x="1524459" y="126854"/>
                      <a:pt x="1544229" y="151565"/>
                    </a:cubicBezTo>
                    <a:cubicBezTo>
                      <a:pt x="1582120" y="202636"/>
                      <a:pt x="1616717" y="257002"/>
                      <a:pt x="1649666" y="311368"/>
                    </a:cubicBezTo>
                    <a:cubicBezTo>
                      <a:pt x="1682615" y="365734"/>
                      <a:pt x="1712269" y="423395"/>
                      <a:pt x="1738628" y="481056"/>
                    </a:cubicBezTo>
                    <a:cubicBezTo>
                      <a:pt x="1764987" y="540364"/>
                      <a:pt x="1789699" y="599672"/>
                      <a:pt x="1809468" y="660628"/>
                    </a:cubicBezTo>
                    <a:cubicBezTo>
                      <a:pt x="1849007" y="784187"/>
                      <a:pt x="1873719" y="914335"/>
                      <a:pt x="1873719" y="1046131"/>
                    </a:cubicBezTo>
                    <a:cubicBezTo>
                      <a:pt x="1873719" y="1177927"/>
                      <a:pt x="1849007" y="1311371"/>
                      <a:pt x="1799584" y="1433282"/>
                    </a:cubicBezTo>
                    <a:cubicBezTo>
                      <a:pt x="1750160" y="1555194"/>
                      <a:pt x="1679320" y="1667220"/>
                      <a:pt x="1596947" y="1762772"/>
                    </a:cubicBezTo>
                    <a:cubicBezTo>
                      <a:pt x="1575530" y="1785837"/>
                      <a:pt x="1555761" y="1810548"/>
                      <a:pt x="1532697" y="1833613"/>
                    </a:cubicBezTo>
                    <a:lnTo>
                      <a:pt x="1463504" y="1899511"/>
                    </a:lnTo>
                    <a:cubicBezTo>
                      <a:pt x="1451971" y="1911043"/>
                      <a:pt x="1440439" y="1920928"/>
                      <a:pt x="1427260" y="1930812"/>
                    </a:cubicBezTo>
                    <a:lnTo>
                      <a:pt x="1391016" y="1960467"/>
                    </a:lnTo>
                    <a:lnTo>
                      <a:pt x="1354772" y="1990121"/>
                    </a:lnTo>
                    <a:cubicBezTo>
                      <a:pt x="1343240" y="2000005"/>
                      <a:pt x="1330060" y="2008242"/>
                      <a:pt x="1316881" y="2018127"/>
                    </a:cubicBezTo>
                    <a:lnTo>
                      <a:pt x="1241098" y="2072493"/>
                    </a:lnTo>
                    <a:lnTo>
                      <a:pt x="1168610" y="2121917"/>
                    </a:lnTo>
                    <a:cubicBezTo>
                      <a:pt x="1119186" y="2154866"/>
                      <a:pt x="1073058" y="2191110"/>
                      <a:pt x="1026929" y="2225706"/>
                    </a:cubicBezTo>
                    <a:cubicBezTo>
                      <a:pt x="934672" y="2298194"/>
                      <a:pt x="844062" y="2372329"/>
                      <a:pt x="760042" y="2453054"/>
                    </a:cubicBezTo>
                    <a:cubicBezTo>
                      <a:pt x="676022" y="2533779"/>
                      <a:pt x="593650" y="2617799"/>
                      <a:pt x="521162" y="2708409"/>
                    </a:cubicBezTo>
                    <a:cubicBezTo>
                      <a:pt x="447026" y="2799019"/>
                      <a:pt x="379481" y="2894571"/>
                      <a:pt x="320173" y="2995066"/>
                    </a:cubicBezTo>
                    <a:cubicBezTo>
                      <a:pt x="199909" y="3197702"/>
                      <a:pt x="115889" y="3418461"/>
                      <a:pt x="77997" y="3650751"/>
                    </a:cubicBezTo>
                    <a:cubicBezTo>
                      <a:pt x="38459" y="3883042"/>
                      <a:pt x="53286" y="4121922"/>
                      <a:pt x="107652" y="4352565"/>
                    </a:cubicBezTo>
                    <a:cubicBezTo>
                      <a:pt x="162017" y="4583208"/>
                      <a:pt x="259217" y="4803967"/>
                      <a:pt x="381128" y="5009898"/>
                    </a:cubicBezTo>
                    <a:cubicBezTo>
                      <a:pt x="249332" y="4808909"/>
                      <a:pt x="140601" y="4593093"/>
                      <a:pt x="74703" y="4360802"/>
                    </a:cubicBezTo>
                    <a:cubicBezTo>
                      <a:pt x="8804" y="4130159"/>
                      <a:pt x="-17555" y="3883042"/>
                      <a:pt x="12099" y="3642514"/>
                    </a:cubicBezTo>
                    <a:cubicBezTo>
                      <a:pt x="40106" y="3400338"/>
                      <a:pt x="117536" y="3164753"/>
                      <a:pt x="232858" y="2948937"/>
                    </a:cubicBezTo>
                    <a:cubicBezTo>
                      <a:pt x="290519" y="2841853"/>
                      <a:pt x="356417" y="2738063"/>
                      <a:pt x="428904" y="2640864"/>
                    </a:cubicBezTo>
                    <a:cubicBezTo>
                      <a:pt x="501392" y="2542017"/>
                      <a:pt x="582117" y="2451407"/>
                      <a:pt x="666137" y="2362444"/>
                    </a:cubicBezTo>
                    <a:cubicBezTo>
                      <a:pt x="750157" y="2273482"/>
                      <a:pt x="840767" y="2192757"/>
                      <a:pt x="933024" y="2113680"/>
                    </a:cubicBezTo>
                    <a:cubicBezTo>
                      <a:pt x="980801" y="2075788"/>
                      <a:pt x="1026929" y="2036249"/>
                      <a:pt x="1076353" y="2000005"/>
                    </a:cubicBezTo>
                    <a:lnTo>
                      <a:pt x="1148840" y="1945639"/>
                    </a:lnTo>
                    <a:lnTo>
                      <a:pt x="1216386" y="1892921"/>
                    </a:lnTo>
                    <a:cubicBezTo>
                      <a:pt x="1394311" y="1751240"/>
                      <a:pt x="1542581" y="1573316"/>
                      <a:pt x="1613422" y="1369032"/>
                    </a:cubicBezTo>
                    <a:cubicBezTo>
                      <a:pt x="1648018" y="1268537"/>
                      <a:pt x="1662845" y="1161453"/>
                      <a:pt x="1657903" y="1054369"/>
                    </a:cubicBezTo>
                    <a:cubicBezTo>
                      <a:pt x="1654608" y="947284"/>
                      <a:pt x="1628249" y="841847"/>
                      <a:pt x="1590357" y="739705"/>
                    </a:cubicBezTo>
                    <a:cubicBezTo>
                      <a:pt x="1572235" y="688634"/>
                      <a:pt x="1547524" y="639211"/>
                      <a:pt x="1522812" y="589787"/>
                    </a:cubicBezTo>
                    <a:cubicBezTo>
                      <a:pt x="1496453" y="540364"/>
                      <a:pt x="1468446" y="492588"/>
                      <a:pt x="1438792" y="446459"/>
                    </a:cubicBezTo>
                    <a:cubicBezTo>
                      <a:pt x="1407490" y="400331"/>
                      <a:pt x="1374541" y="354202"/>
                      <a:pt x="1339945" y="311368"/>
                    </a:cubicBezTo>
                    <a:cubicBezTo>
                      <a:pt x="1321823" y="289951"/>
                      <a:pt x="1305348" y="268534"/>
                      <a:pt x="1285579" y="247118"/>
                    </a:cubicBezTo>
                    <a:cubicBezTo>
                      <a:pt x="1275694" y="237233"/>
                      <a:pt x="1267457" y="227348"/>
                      <a:pt x="1257572" y="217464"/>
                    </a:cubicBezTo>
                    <a:lnTo>
                      <a:pt x="1244393" y="202636"/>
                    </a:lnTo>
                    <a:lnTo>
                      <a:pt x="1239450" y="192752"/>
                    </a:lnTo>
                    <a:lnTo>
                      <a:pt x="1234508" y="187809"/>
                    </a:lnTo>
                    <a:lnTo>
                      <a:pt x="1419022" y="0"/>
                    </a:lnTo>
                    <a:close/>
                  </a:path>
                </a:pathLst>
              </a:custGeom>
              <a:gradFill flip="none" rotWithShape="1">
                <a:gsLst>
                  <a:gs pos="81000">
                    <a:schemeClr val="accent1">
                      <a:lumMod val="75000"/>
                    </a:schemeClr>
                  </a:gs>
                  <a:gs pos="24000">
                    <a:schemeClr val="accent2"/>
                  </a:gs>
                </a:gsLst>
                <a:lin ang="5400000" scaled="1"/>
                <a:tileRect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" name="任意多边形: 形状 61"/>
              <p:cNvSpPr/>
              <p:nvPr/>
            </p:nvSpPr>
            <p:spPr>
              <a:xfrm rot="21376662">
                <a:off x="10432333" y="2195407"/>
                <a:ext cx="354598" cy="300045"/>
              </a:xfrm>
              <a:custGeom>
                <a:avLst/>
                <a:gdLst>
                  <a:gd name="connsiteX0" fmla="*/ 8237 w 428337"/>
                  <a:gd name="connsiteY0" fmla="*/ 0 h 362439"/>
                  <a:gd name="connsiteX1" fmla="*/ 0 w 428337"/>
                  <a:gd name="connsiteY1" fmla="*/ 6590 h 362439"/>
                  <a:gd name="connsiteX2" fmla="*/ 151566 w 428337"/>
                  <a:gd name="connsiteY2" fmla="*/ 194399 h 362439"/>
                  <a:gd name="connsiteX3" fmla="*/ 341022 w 428337"/>
                  <a:gd name="connsiteY3" fmla="*/ 261945 h 362439"/>
                  <a:gd name="connsiteX4" fmla="*/ 416805 w 428337"/>
                  <a:gd name="connsiteY4" fmla="*/ 365734 h 362439"/>
                  <a:gd name="connsiteX5" fmla="*/ 443164 w 428337"/>
                  <a:gd name="connsiteY5" fmla="*/ 345965 h 362439"/>
                  <a:gd name="connsiteX6" fmla="*/ 395388 w 428337"/>
                  <a:gd name="connsiteY6" fmla="*/ 280067 h 362439"/>
                  <a:gd name="connsiteX7" fmla="*/ 308073 w 428337"/>
                  <a:gd name="connsiteY7" fmla="*/ 163098 h 362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8337" h="362439">
                    <a:moveTo>
                      <a:pt x="8237" y="0"/>
                    </a:moveTo>
                    <a:lnTo>
                      <a:pt x="0" y="6590"/>
                    </a:lnTo>
                    <a:lnTo>
                      <a:pt x="151566" y="194399"/>
                    </a:lnTo>
                    <a:lnTo>
                      <a:pt x="341022" y="261945"/>
                    </a:lnTo>
                    <a:lnTo>
                      <a:pt x="416805" y="365734"/>
                    </a:lnTo>
                    <a:lnTo>
                      <a:pt x="443164" y="345965"/>
                    </a:lnTo>
                    <a:lnTo>
                      <a:pt x="395388" y="280067"/>
                    </a:lnTo>
                    <a:lnTo>
                      <a:pt x="308073" y="163098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3" name="任意多边形: 形状 62"/>
              <p:cNvSpPr/>
              <p:nvPr/>
            </p:nvSpPr>
            <p:spPr>
              <a:xfrm rot="21376662">
                <a:off x="10432687" y="2200852"/>
                <a:ext cx="354598" cy="300045"/>
              </a:xfrm>
              <a:custGeom>
                <a:avLst/>
                <a:gdLst>
                  <a:gd name="connsiteX0" fmla="*/ 0 w 428337"/>
                  <a:gd name="connsiteY0" fmla="*/ 0 h 362439"/>
                  <a:gd name="connsiteX1" fmla="*/ 143328 w 428337"/>
                  <a:gd name="connsiteY1" fmla="*/ 194399 h 362439"/>
                  <a:gd name="connsiteX2" fmla="*/ 332785 w 428337"/>
                  <a:gd name="connsiteY2" fmla="*/ 261945 h 362439"/>
                  <a:gd name="connsiteX3" fmla="*/ 408568 w 428337"/>
                  <a:gd name="connsiteY3" fmla="*/ 364087 h 362439"/>
                  <a:gd name="connsiteX4" fmla="*/ 434927 w 428337"/>
                  <a:gd name="connsiteY4" fmla="*/ 345965 h 362439"/>
                  <a:gd name="connsiteX5" fmla="*/ 385504 w 428337"/>
                  <a:gd name="connsiteY5" fmla="*/ 280067 h 362439"/>
                  <a:gd name="connsiteX6" fmla="*/ 299836 w 428337"/>
                  <a:gd name="connsiteY6" fmla="*/ 163098 h 362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8337" h="362439">
                    <a:moveTo>
                      <a:pt x="0" y="0"/>
                    </a:moveTo>
                    <a:lnTo>
                      <a:pt x="143328" y="194399"/>
                    </a:lnTo>
                    <a:lnTo>
                      <a:pt x="332785" y="261945"/>
                    </a:lnTo>
                    <a:lnTo>
                      <a:pt x="408568" y="364087"/>
                    </a:lnTo>
                    <a:lnTo>
                      <a:pt x="434927" y="345965"/>
                    </a:lnTo>
                    <a:lnTo>
                      <a:pt x="385504" y="280067"/>
                    </a:lnTo>
                    <a:lnTo>
                      <a:pt x="299836" y="163098"/>
                    </a:lnTo>
                    <a:close/>
                  </a:path>
                </a:pathLst>
              </a:custGeom>
              <a:gradFill>
                <a:gsLst>
                  <a:gs pos="93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4" name="任意多边形: 形状 63"/>
              <p:cNvSpPr/>
              <p:nvPr/>
            </p:nvSpPr>
            <p:spPr>
              <a:xfrm rot="21376662">
                <a:off x="10774428" y="2463681"/>
                <a:ext cx="109107" cy="136384"/>
              </a:xfrm>
              <a:custGeom>
                <a:avLst/>
                <a:gdLst>
                  <a:gd name="connsiteX0" fmla="*/ 50053 w 131796"/>
                  <a:gd name="connsiteY0" fmla="*/ 234 h 164745"/>
                  <a:gd name="connsiteX1" fmla="*/ 26988 w 131796"/>
                  <a:gd name="connsiteY1" fmla="*/ 16709 h 164745"/>
                  <a:gd name="connsiteX2" fmla="*/ 3924 w 131796"/>
                  <a:gd name="connsiteY2" fmla="*/ 33183 h 164745"/>
                  <a:gd name="connsiteX3" fmla="*/ 8867 w 131796"/>
                  <a:gd name="connsiteY3" fmla="*/ 71075 h 164745"/>
                  <a:gd name="connsiteX4" fmla="*/ 137368 w 131796"/>
                  <a:gd name="connsiteY4" fmla="*/ 166627 h 164745"/>
                  <a:gd name="connsiteX5" fmla="*/ 84649 w 131796"/>
                  <a:gd name="connsiteY5" fmla="*/ 15061 h 164745"/>
                  <a:gd name="connsiteX6" fmla="*/ 50053 w 131796"/>
                  <a:gd name="connsiteY6" fmla="*/ 234 h 164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796" h="164745">
                    <a:moveTo>
                      <a:pt x="50053" y="234"/>
                    </a:moveTo>
                    <a:lnTo>
                      <a:pt x="26988" y="16709"/>
                    </a:lnTo>
                    <a:lnTo>
                      <a:pt x="3924" y="33183"/>
                    </a:lnTo>
                    <a:cubicBezTo>
                      <a:pt x="3924" y="33183"/>
                      <a:pt x="-7608" y="52953"/>
                      <a:pt x="8867" y="71075"/>
                    </a:cubicBezTo>
                    <a:cubicBezTo>
                      <a:pt x="25341" y="89197"/>
                      <a:pt x="78059" y="146857"/>
                      <a:pt x="137368" y="166627"/>
                    </a:cubicBezTo>
                    <a:cubicBezTo>
                      <a:pt x="137368" y="104024"/>
                      <a:pt x="96181" y="36478"/>
                      <a:pt x="84649" y="15061"/>
                    </a:cubicBezTo>
                    <a:cubicBezTo>
                      <a:pt x="73117" y="-3061"/>
                      <a:pt x="50053" y="234"/>
                      <a:pt x="50053" y="234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FDE549"/>
                  </a:gs>
                  <a:gs pos="6195">
                    <a:srgbClr val="D9250F"/>
                  </a:gs>
                  <a:gs pos="38000">
                    <a:srgbClr val="FA6116"/>
                  </a:gs>
                </a:gsLst>
                <a:path path="rect">
                  <a:fillToRect l="100000" t="100000"/>
                </a:path>
                <a:tileRect r="-100000" b="-100000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任意多边形: 形状 64"/>
              <p:cNvSpPr/>
              <p:nvPr/>
            </p:nvSpPr>
            <p:spPr>
              <a:xfrm rot="21376662">
                <a:off x="10762327" y="2452430"/>
                <a:ext cx="40916" cy="40916"/>
              </a:xfrm>
              <a:custGeom>
                <a:avLst/>
                <a:gdLst>
                  <a:gd name="connsiteX0" fmla="*/ 5560 w 49423"/>
                  <a:gd name="connsiteY0" fmla="*/ 27183 h 49423"/>
                  <a:gd name="connsiteX1" fmla="*/ 618 w 49423"/>
                  <a:gd name="connsiteY1" fmla="*/ 42010 h 49423"/>
                  <a:gd name="connsiteX2" fmla="*/ 7208 w 49423"/>
                  <a:gd name="connsiteY2" fmla="*/ 53542 h 49423"/>
                  <a:gd name="connsiteX3" fmla="*/ 7208 w 49423"/>
                  <a:gd name="connsiteY3" fmla="*/ 53542 h 49423"/>
                  <a:gd name="connsiteX4" fmla="*/ 63221 w 49423"/>
                  <a:gd name="connsiteY4" fmla="*/ 12356 h 49423"/>
                  <a:gd name="connsiteX5" fmla="*/ 63221 w 49423"/>
                  <a:gd name="connsiteY5" fmla="*/ 12356 h 49423"/>
                  <a:gd name="connsiteX6" fmla="*/ 53336 w 49423"/>
                  <a:gd name="connsiteY6" fmla="*/ 2471 h 49423"/>
                  <a:gd name="connsiteX7" fmla="*/ 38509 w 49423"/>
                  <a:gd name="connsiteY7" fmla="*/ 2471 h 49423"/>
                  <a:gd name="connsiteX8" fmla="*/ 5560 w 49423"/>
                  <a:gd name="connsiteY8" fmla="*/ 27183 h 49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9423" h="49423">
                    <a:moveTo>
                      <a:pt x="5560" y="27183"/>
                    </a:moveTo>
                    <a:cubicBezTo>
                      <a:pt x="618" y="30478"/>
                      <a:pt x="-1030" y="37068"/>
                      <a:pt x="618" y="42010"/>
                    </a:cubicBezTo>
                    <a:cubicBezTo>
                      <a:pt x="2265" y="46952"/>
                      <a:pt x="3913" y="51895"/>
                      <a:pt x="7208" y="53542"/>
                    </a:cubicBezTo>
                    <a:lnTo>
                      <a:pt x="7208" y="53542"/>
                    </a:lnTo>
                    <a:cubicBezTo>
                      <a:pt x="30272" y="48600"/>
                      <a:pt x="51689" y="33773"/>
                      <a:pt x="63221" y="12356"/>
                    </a:cubicBezTo>
                    <a:lnTo>
                      <a:pt x="63221" y="12356"/>
                    </a:lnTo>
                    <a:cubicBezTo>
                      <a:pt x="61574" y="9061"/>
                      <a:pt x="58279" y="5766"/>
                      <a:pt x="53336" y="2471"/>
                    </a:cubicBezTo>
                    <a:cubicBezTo>
                      <a:pt x="48394" y="-824"/>
                      <a:pt x="41804" y="-824"/>
                      <a:pt x="38509" y="2471"/>
                    </a:cubicBezTo>
                    <a:lnTo>
                      <a:pt x="5560" y="27183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bg1"/>
                  </a:gs>
                </a:gsLst>
                <a:lin ang="54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6" name="任意多边形: 形状 65"/>
              <p:cNvSpPr/>
              <p:nvPr/>
            </p:nvSpPr>
            <p:spPr>
              <a:xfrm rot="21376662">
                <a:off x="10313410" y="2304712"/>
                <a:ext cx="177300" cy="422791"/>
              </a:xfrm>
              <a:custGeom>
                <a:avLst/>
                <a:gdLst>
                  <a:gd name="connsiteX0" fmla="*/ 0 w 214168"/>
                  <a:gd name="connsiteY0" fmla="*/ 6590 h 510709"/>
                  <a:gd name="connsiteX1" fmla="*/ 8237 w 214168"/>
                  <a:gd name="connsiteY1" fmla="*/ 0 h 510709"/>
                  <a:gd name="connsiteX2" fmla="*/ 143328 w 214168"/>
                  <a:gd name="connsiteY2" fmla="*/ 200989 h 510709"/>
                  <a:gd name="connsiteX3" fmla="*/ 151566 w 214168"/>
                  <a:gd name="connsiteY3" fmla="*/ 401978 h 510709"/>
                  <a:gd name="connsiteX4" fmla="*/ 227348 w 214168"/>
                  <a:gd name="connsiteY4" fmla="*/ 504120 h 510709"/>
                  <a:gd name="connsiteX5" fmla="*/ 200989 w 214168"/>
                  <a:gd name="connsiteY5" fmla="*/ 523889 h 510709"/>
                  <a:gd name="connsiteX6" fmla="*/ 153213 w 214168"/>
                  <a:gd name="connsiteY6" fmla="*/ 457991 h 510709"/>
                  <a:gd name="connsiteX7" fmla="*/ 65898 w 214168"/>
                  <a:gd name="connsiteY7" fmla="*/ 341022 h 510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4168" h="510709">
                    <a:moveTo>
                      <a:pt x="0" y="6590"/>
                    </a:moveTo>
                    <a:lnTo>
                      <a:pt x="8237" y="0"/>
                    </a:lnTo>
                    <a:lnTo>
                      <a:pt x="143328" y="200989"/>
                    </a:lnTo>
                    <a:lnTo>
                      <a:pt x="151566" y="401978"/>
                    </a:lnTo>
                    <a:lnTo>
                      <a:pt x="227348" y="504120"/>
                    </a:lnTo>
                    <a:lnTo>
                      <a:pt x="200989" y="523889"/>
                    </a:lnTo>
                    <a:lnTo>
                      <a:pt x="153213" y="457991"/>
                    </a:lnTo>
                    <a:lnTo>
                      <a:pt x="65898" y="341022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7" name="任意多边形: 形状 66"/>
              <p:cNvSpPr/>
              <p:nvPr/>
            </p:nvSpPr>
            <p:spPr>
              <a:xfrm rot="21376662">
                <a:off x="10320215" y="2304269"/>
                <a:ext cx="177300" cy="422791"/>
              </a:xfrm>
              <a:custGeom>
                <a:avLst/>
                <a:gdLst>
                  <a:gd name="connsiteX0" fmla="*/ 0 w 214168"/>
                  <a:gd name="connsiteY0" fmla="*/ 0 h 510709"/>
                  <a:gd name="connsiteX1" fmla="*/ 143328 w 214168"/>
                  <a:gd name="connsiteY1" fmla="*/ 194399 h 510709"/>
                  <a:gd name="connsiteX2" fmla="*/ 151566 w 214168"/>
                  <a:gd name="connsiteY2" fmla="*/ 395388 h 510709"/>
                  <a:gd name="connsiteX3" fmla="*/ 227348 w 214168"/>
                  <a:gd name="connsiteY3" fmla="*/ 499178 h 510709"/>
                  <a:gd name="connsiteX4" fmla="*/ 200989 w 214168"/>
                  <a:gd name="connsiteY4" fmla="*/ 517300 h 510709"/>
                  <a:gd name="connsiteX5" fmla="*/ 153213 w 214168"/>
                  <a:gd name="connsiteY5" fmla="*/ 453049 h 510709"/>
                  <a:gd name="connsiteX6" fmla="*/ 67545 w 214168"/>
                  <a:gd name="connsiteY6" fmla="*/ 334433 h 510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4168" h="510709">
                    <a:moveTo>
                      <a:pt x="0" y="0"/>
                    </a:moveTo>
                    <a:lnTo>
                      <a:pt x="143328" y="194399"/>
                    </a:lnTo>
                    <a:lnTo>
                      <a:pt x="151566" y="395388"/>
                    </a:lnTo>
                    <a:lnTo>
                      <a:pt x="227348" y="499178"/>
                    </a:lnTo>
                    <a:lnTo>
                      <a:pt x="200989" y="517300"/>
                    </a:lnTo>
                    <a:lnTo>
                      <a:pt x="153213" y="453049"/>
                    </a:lnTo>
                    <a:lnTo>
                      <a:pt x="67545" y="334433"/>
                    </a:lnTo>
                    <a:close/>
                  </a:path>
                </a:pathLst>
              </a:custGeom>
              <a:gradFill>
                <a:gsLst>
                  <a:gs pos="93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8" name="任意多边形: 形状 67"/>
              <p:cNvSpPr/>
              <p:nvPr/>
            </p:nvSpPr>
            <p:spPr>
              <a:xfrm rot="21376662">
                <a:off x="10489435" y="2704784"/>
                <a:ext cx="109107" cy="136384"/>
              </a:xfrm>
              <a:custGeom>
                <a:avLst/>
                <a:gdLst>
                  <a:gd name="connsiteX0" fmla="*/ 3924 w 131796"/>
                  <a:gd name="connsiteY0" fmla="*/ 33442 h 164745"/>
                  <a:gd name="connsiteX1" fmla="*/ 26988 w 131796"/>
                  <a:gd name="connsiteY1" fmla="*/ 16967 h 164745"/>
                  <a:gd name="connsiteX2" fmla="*/ 50053 w 131796"/>
                  <a:gd name="connsiteY2" fmla="*/ 493 h 164745"/>
                  <a:gd name="connsiteX3" fmla="*/ 84649 w 131796"/>
                  <a:gd name="connsiteY3" fmla="*/ 16967 h 164745"/>
                  <a:gd name="connsiteX4" fmla="*/ 137368 w 131796"/>
                  <a:gd name="connsiteY4" fmla="*/ 168533 h 164745"/>
                  <a:gd name="connsiteX5" fmla="*/ 8867 w 131796"/>
                  <a:gd name="connsiteY5" fmla="*/ 72981 h 164745"/>
                  <a:gd name="connsiteX6" fmla="*/ 3924 w 131796"/>
                  <a:gd name="connsiteY6" fmla="*/ 33442 h 164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796" h="164745">
                    <a:moveTo>
                      <a:pt x="3924" y="33442"/>
                    </a:moveTo>
                    <a:lnTo>
                      <a:pt x="26988" y="16967"/>
                    </a:lnTo>
                    <a:lnTo>
                      <a:pt x="50053" y="493"/>
                    </a:lnTo>
                    <a:cubicBezTo>
                      <a:pt x="50053" y="493"/>
                      <a:pt x="73117" y="-4449"/>
                      <a:pt x="84649" y="16967"/>
                    </a:cubicBezTo>
                    <a:cubicBezTo>
                      <a:pt x="96181" y="38384"/>
                      <a:pt x="137368" y="104282"/>
                      <a:pt x="137368" y="168533"/>
                    </a:cubicBezTo>
                    <a:cubicBezTo>
                      <a:pt x="76412" y="148763"/>
                      <a:pt x="25341" y="91103"/>
                      <a:pt x="8867" y="72981"/>
                    </a:cubicBezTo>
                    <a:cubicBezTo>
                      <a:pt x="-7608" y="54859"/>
                      <a:pt x="3924" y="33442"/>
                      <a:pt x="3924" y="33442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FDE549"/>
                  </a:gs>
                  <a:gs pos="6195">
                    <a:srgbClr val="D9250F"/>
                  </a:gs>
                  <a:gs pos="38000">
                    <a:srgbClr val="FA6116"/>
                  </a:gs>
                </a:gsLst>
                <a:path path="rect">
                  <a:fillToRect l="100000" t="100000"/>
                </a:path>
                <a:tileRect r="-100000" b="-100000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9" name="任意多边形: 形状 68"/>
              <p:cNvSpPr/>
              <p:nvPr/>
            </p:nvSpPr>
            <p:spPr>
              <a:xfrm rot="21376662">
                <a:off x="10475899" y="2692473"/>
                <a:ext cx="40916" cy="40916"/>
              </a:xfrm>
              <a:custGeom>
                <a:avLst/>
                <a:gdLst>
                  <a:gd name="connsiteX0" fmla="*/ 38509 w 49423"/>
                  <a:gd name="connsiteY0" fmla="*/ 2471 h 49423"/>
                  <a:gd name="connsiteX1" fmla="*/ 53336 w 49423"/>
                  <a:gd name="connsiteY1" fmla="*/ 2471 h 49423"/>
                  <a:gd name="connsiteX2" fmla="*/ 63221 w 49423"/>
                  <a:gd name="connsiteY2" fmla="*/ 12356 h 49423"/>
                  <a:gd name="connsiteX3" fmla="*/ 63221 w 49423"/>
                  <a:gd name="connsiteY3" fmla="*/ 12356 h 49423"/>
                  <a:gd name="connsiteX4" fmla="*/ 7208 w 49423"/>
                  <a:gd name="connsiteY4" fmla="*/ 53542 h 49423"/>
                  <a:gd name="connsiteX5" fmla="*/ 7208 w 49423"/>
                  <a:gd name="connsiteY5" fmla="*/ 53542 h 49423"/>
                  <a:gd name="connsiteX6" fmla="*/ 618 w 49423"/>
                  <a:gd name="connsiteY6" fmla="*/ 42010 h 49423"/>
                  <a:gd name="connsiteX7" fmla="*/ 5560 w 49423"/>
                  <a:gd name="connsiteY7" fmla="*/ 27183 h 49423"/>
                  <a:gd name="connsiteX8" fmla="*/ 38509 w 49423"/>
                  <a:gd name="connsiteY8" fmla="*/ 2471 h 49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9423" h="49423">
                    <a:moveTo>
                      <a:pt x="38509" y="2471"/>
                    </a:moveTo>
                    <a:cubicBezTo>
                      <a:pt x="43451" y="-824"/>
                      <a:pt x="50041" y="-824"/>
                      <a:pt x="53336" y="2471"/>
                    </a:cubicBezTo>
                    <a:cubicBezTo>
                      <a:pt x="56631" y="5766"/>
                      <a:pt x="61574" y="9061"/>
                      <a:pt x="63221" y="12356"/>
                    </a:cubicBezTo>
                    <a:lnTo>
                      <a:pt x="63221" y="12356"/>
                    </a:lnTo>
                    <a:cubicBezTo>
                      <a:pt x="51689" y="33773"/>
                      <a:pt x="31919" y="48600"/>
                      <a:pt x="7208" y="53542"/>
                    </a:cubicBezTo>
                    <a:lnTo>
                      <a:pt x="7208" y="53542"/>
                    </a:lnTo>
                    <a:cubicBezTo>
                      <a:pt x="3913" y="50247"/>
                      <a:pt x="2265" y="45305"/>
                      <a:pt x="618" y="42010"/>
                    </a:cubicBezTo>
                    <a:cubicBezTo>
                      <a:pt x="-1030" y="37068"/>
                      <a:pt x="618" y="30478"/>
                      <a:pt x="5560" y="27183"/>
                    </a:cubicBezTo>
                    <a:lnTo>
                      <a:pt x="38509" y="2471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bg1"/>
                  </a:gs>
                </a:gsLst>
                <a:lin ang="54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0" name="任意多边形: 形状 69"/>
              <p:cNvSpPr/>
              <p:nvPr/>
            </p:nvSpPr>
            <p:spPr>
              <a:xfrm rot="21376662">
                <a:off x="10527055" y="2469152"/>
                <a:ext cx="286407" cy="340960"/>
              </a:xfrm>
              <a:custGeom>
                <a:avLst/>
                <a:gdLst>
                  <a:gd name="connsiteX0" fmla="*/ 127917 w 345964"/>
                  <a:gd name="connsiteY0" fmla="*/ 1405 h 411862"/>
                  <a:gd name="connsiteX1" fmla="*/ 68609 w 345964"/>
                  <a:gd name="connsiteY1" fmla="*/ 44239 h 411862"/>
                  <a:gd name="connsiteX2" fmla="*/ 9301 w 345964"/>
                  <a:gd name="connsiteY2" fmla="*/ 87073 h 411862"/>
                  <a:gd name="connsiteX3" fmla="*/ 22480 w 345964"/>
                  <a:gd name="connsiteY3" fmla="*/ 182625 h 411862"/>
                  <a:gd name="connsiteX4" fmla="*/ 348676 w 345964"/>
                  <a:gd name="connsiteY4" fmla="*/ 424800 h 411862"/>
                  <a:gd name="connsiteX5" fmla="*/ 215232 w 345964"/>
                  <a:gd name="connsiteY5" fmla="*/ 42592 h 411862"/>
                  <a:gd name="connsiteX6" fmla="*/ 127917 w 345964"/>
                  <a:gd name="connsiteY6" fmla="*/ 1405 h 411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45964" h="411862">
                    <a:moveTo>
                      <a:pt x="127917" y="1405"/>
                    </a:moveTo>
                    <a:lnTo>
                      <a:pt x="68609" y="44239"/>
                    </a:lnTo>
                    <a:lnTo>
                      <a:pt x="9301" y="87073"/>
                    </a:lnTo>
                    <a:cubicBezTo>
                      <a:pt x="9301" y="87073"/>
                      <a:pt x="-18706" y="138144"/>
                      <a:pt x="22480" y="182625"/>
                    </a:cubicBezTo>
                    <a:cubicBezTo>
                      <a:pt x="63667" y="227106"/>
                      <a:pt x="195463" y="375377"/>
                      <a:pt x="348676" y="424800"/>
                    </a:cubicBezTo>
                    <a:cubicBezTo>
                      <a:pt x="347028" y="264997"/>
                      <a:pt x="244886" y="95310"/>
                      <a:pt x="215232" y="42592"/>
                    </a:cubicBezTo>
                    <a:cubicBezTo>
                      <a:pt x="185578" y="-11774"/>
                      <a:pt x="127917" y="1405"/>
                      <a:pt x="127917" y="1405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FDE549"/>
                  </a:gs>
                  <a:gs pos="6195">
                    <a:srgbClr val="D9250F"/>
                  </a:gs>
                  <a:gs pos="38000">
                    <a:srgbClr val="FA6116"/>
                  </a:gs>
                </a:gsLst>
                <a:path path="rect">
                  <a:fillToRect l="100000" t="100000"/>
                </a:path>
                <a:tileRect r="-100000" b="-100000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1" name="任意多边形: 形状 70"/>
              <p:cNvSpPr/>
              <p:nvPr/>
            </p:nvSpPr>
            <p:spPr>
              <a:xfrm rot="21376662">
                <a:off x="10493311" y="2433413"/>
                <a:ext cx="136384" cy="109107"/>
              </a:xfrm>
              <a:custGeom>
                <a:avLst/>
                <a:gdLst>
                  <a:gd name="connsiteX0" fmla="*/ 0 w 164745"/>
                  <a:gd name="connsiteY0" fmla="*/ 88962 h 131796"/>
                  <a:gd name="connsiteX1" fmla="*/ 24712 w 164745"/>
                  <a:gd name="connsiteY1" fmla="*/ 143328 h 131796"/>
                  <a:gd name="connsiteX2" fmla="*/ 24712 w 164745"/>
                  <a:gd name="connsiteY2" fmla="*/ 143328 h 131796"/>
                  <a:gd name="connsiteX3" fmla="*/ 164745 w 164745"/>
                  <a:gd name="connsiteY3" fmla="*/ 39539 h 131796"/>
                  <a:gd name="connsiteX4" fmla="*/ 164745 w 164745"/>
                  <a:gd name="connsiteY4" fmla="*/ 39539 h 131796"/>
                  <a:gd name="connsiteX5" fmla="*/ 120264 w 164745"/>
                  <a:gd name="connsiteY5" fmla="*/ 0 h 131796"/>
                  <a:gd name="connsiteX6" fmla="*/ 0 w 164745"/>
                  <a:gd name="connsiteY6" fmla="*/ 88962 h 131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4745" h="131796">
                    <a:moveTo>
                      <a:pt x="0" y="88962"/>
                    </a:moveTo>
                    <a:cubicBezTo>
                      <a:pt x="0" y="88962"/>
                      <a:pt x="11532" y="128501"/>
                      <a:pt x="24712" y="143328"/>
                    </a:cubicBezTo>
                    <a:lnTo>
                      <a:pt x="24712" y="143328"/>
                    </a:lnTo>
                    <a:cubicBezTo>
                      <a:pt x="84020" y="131796"/>
                      <a:pt x="135091" y="93905"/>
                      <a:pt x="164745" y="39539"/>
                    </a:cubicBezTo>
                    <a:lnTo>
                      <a:pt x="164745" y="39539"/>
                    </a:lnTo>
                    <a:cubicBezTo>
                      <a:pt x="154860" y="23064"/>
                      <a:pt x="120264" y="0"/>
                      <a:pt x="120264" y="0"/>
                    </a:cubicBezTo>
                    <a:lnTo>
                      <a:pt x="0" y="88962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2">
                      <a:lumMod val="20000"/>
                      <a:lumOff val="80000"/>
                    </a:schemeClr>
                  </a:gs>
                  <a:gs pos="0">
                    <a:schemeClr val="accent2">
                      <a:lumMod val="60000"/>
                      <a:lumOff val="40000"/>
                    </a:schemeClr>
                  </a:gs>
                </a:gsLst>
                <a:lin ang="8100000" scaled="1"/>
                <a:tileRect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2" name="任意多边形: 形状 71"/>
              <p:cNvSpPr/>
              <p:nvPr/>
            </p:nvSpPr>
            <p:spPr>
              <a:xfrm rot="21376662">
                <a:off x="10118431" y="1959009"/>
                <a:ext cx="450067" cy="559175"/>
              </a:xfrm>
              <a:custGeom>
                <a:avLst/>
                <a:gdLst>
                  <a:gd name="connsiteX0" fmla="*/ 27451 w 543658"/>
                  <a:gd name="connsiteY0" fmla="*/ 3027 h 675454"/>
                  <a:gd name="connsiteX1" fmla="*/ 119709 w 543658"/>
                  <a:gd name="connsiteY1" fmla="*/ 403358 h 675454"/>
                  <a:gd name="connsiteX2" fmla="*/ 427782 w 543658"/>
                  <a:gd name="connsiteY2" fmla="*/ 685072 h 675454"/>
                  <a:gd name="connsiteX3" fmla="*/ 427782 w 543658"/>
                  <a:gd name="connsiteY3" fmla="*/ 685072 h 675454"/>
                  <a:gd name="connsiteX4" fmla="*/ 559578 w 543658"/>
                  <a:gd name="connsiteY4" fmla="*/ 587872 h 675454"/>
                  <a:gd name="connsiteX5" fmla="*/ 559578 w 543658"/>
                  <a:gd name="connsiteY5" fmla="*/ 587872 h 675454"/>
                  <a:gd name="connsiteX6" fmla="*/ 383301 w 543658"/>
                  <a:gd name="connsiteY6" fmla="*/ 210606 h 675454"/>
                  <a:gd name="connsiteX7" fmla="*/ 27451 w 543658"/>
                  <a:gd name="connsiteY7" fmla="*/ 3027 h 675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43658" h="675454">
                    <a:moveTo>
                      <a:pt x="27451" y="3027"/>
                    </a:moveTo>
                    <a:cubicBezTo>
                      <a:pt x="27451" y="3027"/>
                      <a:pt x="-76338" y="190836"/>
                      <a:pt x="119709" y="403358"/>
                    </a:cubicBezTo>
                    <a:cubicBezTo>
                      <a:pt x="315755" y="614231"/>
                      <a:pt x="427782" y="685072"/>
                      <a:pt x="427782" y="685072"/>
                    </a:cubicBezTo>
                    <a:lnTo>
                      <a:pt x="427782" y="685072"/>
                    </a:lnTo>
                    <a:cubicBezTo>
                      <a:pt x="487090" y="681777"/>
                      <a:pt x="538161" y="643885"/>
                      <a:pt x="559578" y="587872"/>
                    </a:cubicBezTo>
                    <a:lnTo>
                      <a:pt x="559578" y="587872"/>
                    </a:lnTo>
                    <a:cubicBezTo>
                      <a:pt x="559578" y="587872"/>
                      <a:pt x="526629" y="461018"/>
                      <a:pt x="383301" y="210606"/>
                    </a:cubicBezTo>
                    <a:cubicBezTo>
                      <a:pt x="238325" y="-41454"/>
                      <a:pt x="27451" y="3027"/>
                      <a:pt x="27451" y="3027"/>
                    </a:cubicBezTo>
                    <a:close/>
                  </a:path>
                </a:pathLst>
              </a:custGeom>
              <a:gradFill flip="none" rotWithShape="1">
                <a:gsLst>
                  <a:gs pos="6195">
                    <a:schemeClr val="accent2">
                      <a:lumMod val="60000"/>
                      <a:lumOff val="40000"/>
                    </a:schemeClr>
                  </a:gs>
                  <a:gs pos="88000">
                    <a:schemeClr val="bg1"/>
                  </a:gs>
                </a:gsLst>
                <a:lin ang="8100000" scaled="1"/>
                <a:tileRect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3" name="任意多边形: 形状 72"/>
              <p:cNvSpPr/>
              <p:nvPr/>
            </p:nvSpPr>
            <p:spPr>
              <a:xfrm rot="21376662">
                <a:off x="10442652" y="2382978"/>
                <a:ext cx="150023" cy="122746"/>
              </a:xfrm>
              <a:custGeom>
                <a:avLst/>
                <a:gdLst>
                  <a:gd name="connsiteX0" fmla="*/ 0 w 181219"/>
                  <a:gd name="connsiteY0" fmla="*/ 120264 h 148270"/>
                  <a:gd name="connsiteX1" fmla="*/ 52718 w 181219"/>
                  <a:gd name="connsiteY1" fmla="*/ 158155 h 148270"/>
                  <a:gd name="connsiteX2" fmla="*/ 52718 w 181219"/>
                  <a:gd name="connsiteY2" fmla="*/ 158155 h 148270"/>
                  <a:gd name="connsiteX3" fmla="*/ 184514 w 181219"/>
                  <a:gd name="connsiteY3" fmla="*/ 60956 h 148270"/>
                  <a:gd name="connsiteX4" fmla="*/ 184514 w 181219"/>
                  <a:gd name="connsiteY4" fmla="*/ 60956 h 148270"/>
                  <a:gd name="connsiteX5" fmla="*/ 163098 w 181219"/>
                  <a:gd name="connsiteY5" fmla="*/ 0 h 148270"/>
                  <a:gd name="connsiteX6" fmla="*/ 0 w 181219"/>
                  <a:gd name="connsiteY6" fmla="*/ 120264 h 148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1219" h="148270">
                    <a:moveTo>
                      <a:pt x="0" y="120264"/>
                    </a:moveTo>
                    <a:cubicBezTo>
                      <a:pt x="34596" y="146623"/>
                      <a:pt x="52718" y="158155"/>
                      <a:pt x="52718" y="158155"/>
                    </a:cubicBezTo>
                    <a:lnTo>
                      <a:pt x="52718" y="158155"/>
                    </a:lnTo>
                    <a:cubicBezTo>
                      <a:pt x="112027" y="154860"/>
                      <a:pt x="163098" y="116969"/>
                      <a:pt x="184514" y="60956"/>
                    </a:cubicBezTo>
                    <a:lnTo>
                      <a:pt x="184514" y="60956"/>
                    </a:lnTo>
                    <a:cubicBezTo>
                      <a:pt x="184514" y="60956"/>
                      <a:pt x="179572" y="41186"/>
                      <a:pt x="163098" y="0"/>
                    </a:cubicBezTo>
                    <a:cubicBezTo>
                      <a:pt x="128501" y="62603"/>
                      <a:pt x="69193" y="105437"/>
                      <a:pt x="0" y="120264"/>
                    </a:cubicBezTo>
                    <a:close/>
                  </a:path>
                </a:pathLst>
              </a:custGeom>
              <a:gradFill>
                <a:gsLst>
                  <a:gs pos="93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4" name="任意多边形: 形状 73"/>
              <p:cNvSpPr/>
              <p:nvPr/>
            </p:nvSpPr>
            <p:spPr>
              <a:xfrm rot="21376662">
                <a:off x="10105265" y="1968670"/>
                <a:ext cx="163661" cy="150023"/>
              </a:xfrm>
              <a:custGeom>
                <a:avLst/>
                <a:gdLst>
                  <a:gd name="connsiteX0" fmla="*/ 210539 w 197694"/>
                  <a:gd name="connsiteY0" fmla="*/ 36071 h 181219"/>
                  <a:gd name="connsiteX1" fmla="*/ 27671 w 197694"/>
                  <a:gd name="connsiteY1" fmla="*/ 3122 h 181219"/>
                  <a:gd name="connsiteX2" fmla="*/ 4607 w 197694"/>
                  <a:gd name="connsiteY2" fmla="*/ 187637 h 181219"/>
                  <a:gd name="connsiteX3" fmla="*/ 210539 w 197694"/>
                  <a:gd name="connsiteY3" fmla="*/ 36071 h 181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7694" h="181219">
                    <a:moveTo>
                      <a:pt x="210539" y="36071"/>
                    </a:moveTo>
                    <a:cubicBezTo>
                      <a:pt x="111692" y="-14999"/>
                      <a:pt x="27671" y="3122"/>
                      <a:pt x="27671" y="3122"/>
                    </a:cubicBezTo>
                    <a:cubicBezTo>
                      <a:pt x="27671" y="3122"/>
                      <a:pt x="-13515" y="78905"/>
                      <a:pt x="4607" y="187637"/>
                    </a:cubicBezTo>
                    <a:cubicBezTo>
                      <a:pt x="96864" y="179400"/>
                      <a:pt x="175942" y="120091"/>
                      <a:pt x="210539" y="36071"/>
                    </a:cubicBezTo>
                    <a:close/>
                  </a:path>
                </a:pathLst>
              </a:custGeom>
              <a:gradFill>
                <a:gsLst>
                  <a:gs pos="93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5" name="任意多边形: 形状 74"/>
              <p:cNvSpPr/>
              <p:nvPr/>
            </p:nvSpPr>
            <p:spPr>
              <a:xfrm rot="21376662">
                <a:off x="10130191" y="2026219"/>
                <a:ext cx="231853" cy="177300"/>
              </a:xfrm>
              <a:custGeom>
                <a:avLst/>
                <a:gdLst>
                  <a:gd name="connsiteX0" fmla="*/ 0 w 280066"/>
                  <a:gd name="connsiteY0" fmla="*/ 181220 h 214168"/>
                  <a:gd name="connsiteX1" fmla="*/ 19769 w 280066"/>
                  <a:gd name="connsiteY1" fmla="*/ 225701 h 214168"/>
                  <a:gd name="connsiteX2" fmla="*/ 281714 w 280066"/>
                  <a:gd name="connsiteY2" fmla="*/ 32949 h 214168"/>
                  <a:gd name="connsiteX3" fmla="*/ 245470 w 280066"/>
                  <a:gd name="connsiteY3" fmla="*/ 0 h 214168"/>
                  <a:gd name="connsiteX4" fmla="*/ 0 w 280066"/>
                  <a:gd name="connsiteY4" fmla="*/ 181220 h 214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0066" h="214168">
                    <a:moveTo>
                      <a:pt x="0" y="181220"/>
                    </a:moveTo>
                    <a:cubicBezTo>
                      <a:pt x="4942" y="196047"/>
                      <a:pt x="11532" y="210874"/>
                      <a:pt x="19769" y="225701"/>
                    </a:cubicBezTo>
                    <a:cubicBezTo>
                      <a:pt x="131796" y="205931"/>
                      <a:pt x="228996" y="135091"/>
                      <a:pt x="281714" y="32949"/>
                    </a:cubicBezTo>
                    <a:cubicBezTo>
                      <a:pt x="270182" y="21417"/>
                      <a:pt x="258650" y="9885"/>
                      <a:pt x="245470" y="0"/>
                    </a:cubicBezTo>
                    <a:cubicBezTo>
                      <a:pt x="194399" y="93905"/>
                      <a:pt x="105437" y="159803"/>
                      <a:pt x="0" y="181220"/>
                    </a:cubicBezTo>
                    <a:close/>
                  </a:path>
                </a:pathLst>
              </a:custGeom>
              <a:gradFill>
                <a:gsLst>
                  <a:gs pos="93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6" name="任意多边形: 形状 75"/>
              <p:cNvSpPr/>
              <p:nvPr/>
            </p:nvSpPr>
            <p:spPr>
              <a:xfrm rot="21376662">
                <a:off x="10270436" y="2162982"/>
                <a:ext cx="150023" cy="150023"/>
              </a:xfrm>
              <a:custGeom>
                <a:avLst/>
                <a:gdLst>
                  <a:gd name="connsiteX0" fmla="*/ 148574 w 181219"/>
                  <a:gd name="connsiteY0" fmla="*/ 168343 h 181219"/>
                  <a:gd name="connsiteX1" fmla="*/ 18425 w 181219"/>
                  <a:gd name="connsiteY1" fmla="*/ 148574 h 181219"/>
                  <a:gd name="connsiteX2" fmla="*/ 38195 w 181219"/>
                  <a:gd name="connsiteY2" fmla="*/ 18425 h 181219"/>
                  <a:gd name="connsiteX3" fmla="*/ 168343 w 181219"/>
                  <a:gd name="connsiteY3" fmla="*/ 38195 h 181219"/>
                  <a:gd name="connsiteX4" fmla="*/ 148574 w 181219"/>
                  <a:gd name="connsiteY4" fmla="*/ 168343 h 181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219" h="181219">
                    <a:moveTo>
                      <a:pt x="148574" y="168343"/>
                    </a:moveTo>
                    <a:cubicBezTo>
                      <a:pt x="107388" y="199645"/>
                      <a:pt x="48079" y="189760"/>
                      <a:pt x="18425" y="148574"/>
                    </a:cubicBezTo>
                    <a:cubicBezTo>
                      <a:pt x="-12876" y="107388"/>
                      <a:pt x="-2992" y="48079"/>
                      <a:pt x="38195" y="18425"/>
                    </a:cubicBezTo>
                    <a:cubicBezTo>
                      <a:pt x="79381" y="-12876"/>
                      <a:pt x="138689" y="-2992"/>
                      <a:pt x="168343" y="38195"/>
                    </a:cubicBezTo>
                    <a:cubicBezTo>
                      <a:pt x="197997" y="79381"/>
                      <a:pt x="189760" y="138689"/>
                      <a:pt x="148574" y="168343"/>
                    </a:cubicBezTo>
                    <a:close/>
                  </a:path>
                </a:pathLst>
              </a:custGeom>
              <a:gradFill>
                <a:gsLst>
                  <a:gs pos="6195">
                    <a:schemeClr val="accent3"/>
                  </a:gs>
                  <a:gs pos="88000">
                    <a:schemeClr val="accent3">
                      <a:lumMod val="60000"/>
                      <a:lumOff val="40000"/>
                    </a:schemeClr>
                  </a:gs>
                </a:gsLst>
                <a:lin ang="81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7" name="任意多边形: 形状 76"/>
              <p:cNvSpPr/>
              <p:nvPr/>
            </p:nvSpPr>
            <p:spPr>
              <a:xfrm rot="21376662">
                <a:off x="10289200" y="2181954"/>
                <a:ext cx="109107" cy="109107"/>
              </a:xfrm>
              <a:custGeom>
                <a:avLst/>
                <a:gdLst>
                  <a:gd name="connsiteX0" fmla="*/ 127434 w 131796"/>
                  <a:gd name="connsiteY0" fmla="*/ 28587 h 131796"/>
                  <a:gd name="connsiteX1" fmla="*/ 112607 w 131796"/>
                  <a:gd name="connsiteY1" fmla="*/ 127434 h 131796"/>
                  <a:gd name="connsiteX2" fmla="*/ 13760 w 131796"/>
                  <a:gd name="connsiteY2" fmla="*/ 112607 h 131796"/>
                  <a:gd name="connsiteX3" fmla="*/ 28587 w 131796"/>
                  <a:gd name="connsiteY3" fmla="*/ 13760 h 131796"/>
                  <a:gd name="connsiteX4" fmla="*/ 127434 w 131796"/>
                  <a:gd name="connsiteY4" fmla="*/ 28587 h 131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1796" h="131796">
                    <a:moveTo>
                      <a:pt x="127434" y="28587"/>
                    </a:moveTo>
                    <a:cubicBezTo>
                      <a:pt x="150498" y="59889"/>
                      <a:pt x="143909" y="104370"/>
                      <a:pt x="112607" y="127434"/>
                    </a:cubicBezTo>
                    <a:cubicBezTo>
                      <a:pt x="81305" y="150498"/>
                      <a:pt x="36824" y="143909"/>
                      <a:pt x="13760" y="112607"/>
                    </a:cubicBezTo>
                    <a:cubicBezTo>
                      <a:pt x="-9304" y="81305"/>
                      <a:pt x="-2715" y="36824"/>
                      <a:pt x="28587" y="13760"/>
                    </a:cubicBezTo>
                    <a:cubicBezTo>
                      <a:pt x="59889" y="-9304"/>
                      <a:pt x="104370" y="-2715"/>
                      <a:pt x="127434" y="28587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8" name="任意多边形: 形状 77"/>
              <p:cNvSpPr/>
              <p:nvPr/>
            </p:nvSpPr>
            <p:spPr>
              <a:xfrm rot="21376662">
                <a:off x="10391410" y="2304209"/>
                <a:ext cx="122746" cy="122746"/>
              </a:xfrm>
              <a:custGeom>
                <a:avLst/>
                <a:gdLst>
                  <a:gd name="connsiteX0" fmla="*/ 118158 w 148270"/>
                  <a:gd name="connsiteY0" fmla="*/ 134632 h 148270"/>
                  <a:gd name="connsiteX1" fmla="*/ 14369 w 148270"/>
                  <a:gd name="connsiteY1" fmla="*/ 118158 h 148270"/>
                  <a:gd name="connsiteX2" fmla="*/ 30843 w 148270"/>
                  <a:gd name="connsiteY2" fmla="*/ 14369 h 148270"/>
                  <a:gd name="connsiteX3" fmla="*/ 134632 w 148270"/>
                  <a:gd name="connsiteY3" fmla="*/ 30843 h 148270"/>
                  <a:gd name="connsiteX4" fmla="*/ 118158 w 148270"/>
                  <a:gd name="connsiteY4" fmla="*/ 134632 h 148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8270" h="148270">
                    <a:moveTo>
                      <a:pt x="118158" y="134632"/>
                    </a:moveTo>
                    <a:cubicBezTo>
                      <a:pt x="85209" y="159344"/>
                      <a:pt x="39080" y="151107"/>
                      <a:pt x="14369" y="118158"/>
                    </a:cubicBezTo>
                    <a:cubicBezTo>
                      <a:pt x="-10343" y="85209"/>
                      <a:pt x="-2106" y="39080"/>
                      <a:pt x="30843" y="14369"/>
                    </a:cubicBezTo>
                    <a:cubicBezTo>
                      <a:pt x="63792" y="-10343"/>
                      <a:pt x="109921" y="-2106"/>
                      <a:pt x="134632" y="30843"/>
                    </a:cubicBezTo>
                    <a:cubicBezTo>
                      <a:pt x="157697" y="63792"/>
                      <a:pt x="151107" y="109921"/>
                      <a:pt x="118158" y="134632"/>
                    </a:cubicBezTo>
                    <a:close/>
                  </a:path>
                </a:pathLst>
              </a:custGeom>
              <a:gradFill>
                <a:gsLst>
                  <a:gs pos="6195">
                    <a:schemeClr val="accent3"/>
                  </a:gs>
                  <a:gs pos="88000">
                    <a:schemeClr val="accent3">
                      <a:lumMod val="60000"/>
                      <a:lumOff val="40000"/>
                    </a:schemeClr>
                  </a:gs>
                </a:gsLst>
                <a:lin ang="81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9" name="任意多边形: 形状 78"/>
              <p:cNvSpPr/>
              <p:nvPr/>
            </p:nvSpPr>
            <p:spPr>
              <a:xfrm rot="21376662">
                <a:off x="10407116" y="2320495"/>
                <a:ext cx="81830" cy="81830"/>
              </a:xfrm>
              <a:custGeom>
                <a:avLst/>
                <a:gdLst>
                  <a:gd name="connsiteX0" fmla="*/ 112027 w 98847"/>
                  <a:gd name="connsiteY0" fmla="*/ 56013 h 98847"/>
                  <a:gd name="connsiteX1" fmla="*/ 56013 w 98847"/>
                  <a:gd name="connsiteY1" fmla="*/ 112027 h 98847"/>
                  <a:gd name="connsiteX2" fmla="*/ 0 w 98847"/>
                  <a:gd name="connsiteY2" fmla="*/ 56013 h 98847"/>
                  <a:gd name="connsiteX3" fmla="*/ 56013 w 98847"/>
                  <a:gd name="connsiteY3" fmla="*/ 0 h 98847"/>
                  <a:gd name="connsiteX4" fmla="*/ 112027 w 98847"/>
                  <a:gd name="connsiteY4" fmla="*/ 56013 h 9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847" h="98847">
                    <a:moveTo>
                      <a:pt x="112027" y="56013"/>
                    </a:moveTo>
                    <a:cubicBezTo>
                      <a:pt x="112027" y="86949"/>
                      <a:pt x="86949" y="112027"/>
                      <a:pt x="56013" y="112027"/>
                    </a:cubicBezTo>
                    <a:cubicBezTo>
                      <a:pt x="25078" y="112027"/>
                      <a:pt x="0" y="86949"/>
                      <a:pt x="0" y="56013"/>
                    </a:cubicBezTo>
                    <a:cubicBezTo>
                      <a:pt x="0" y="25078"/>
                      <a:pt x="25078" y="0"/>
                      <a:pt x="56013" y="0"/>
                    </a:cubicBezTo>
                    <a:cubicBezTo>
                      <a:pt x="86949" y="0"/>
                      <a:pt x="112027" y="25078"/>
                      <a:pt x="112027" y="56013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8696617" y="734862"/>
              <a:ext cx="998833" cy="998833"/>
              <a:chOff x="8696617" y="734862"/>
              <a:chExt cx="998833" cy="998833"/>
            </a:xfrm>
            <a:effectLst>
              <a:glow rad="101600">
                <a:schemeClr val="accent2">
                  <a:lumMod val="60000"/>
                  <a:lumOff val="40000"/>
                  <a:alpha val="28000"/>
                </a:schemeClr>
              </a:glow>
            </a:effectLst>
          </p:grpSpPr>
          <p:sp>
            <p:nvSpPr>
              <p:cNvPr id="42" name="任意多边形: 形状 41"/>
              <p:cNvSpPr/>
              <p:nvPr/>
            </p:nvSpPr>
            <p:spPr>
              <a:xfrm>
                <a:off x="8696617" y="734862"/>
                <a:ext cx="998833" cy="998833"/>
              </a:xfrm>
              <a:custGeom>
                <a:avLst/>
                <a:gdLst>
                  <a:gd name="connsiteX0" fmla="*/ 781050 w 781050"/>
                  <a:gd name="connsiteY0" fmla="*/ 390525 h 781050"/>
                  <a:gd name="connsiteX1" fmla="*/ 390525 w 781050"/>
                  <a:gd name="connsiteY1" fmla="*/ 781050 h 781050"/>
                  <a:gd name="connsiteX2" fmla="*/ 0 w 781050"/>
                  <a:gd name="connsiteY2" fmla="*/ 390525 h 781050"/>
                  <a:gd name="connsiteX3" fmla="*/ 390525 w 781050"/>
                  <a:gd name="connsiteY3" fmla="*/ 0 h 781050"/>
                  <a:gd name="connsiteX4" fmla="*/ 781050 w 781050"/>
                  <a:gd name="connsiteY4" fmla="*/ 390525 h 781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1050" h="781050">
                    <a:moveTo>
                      <a:pt x="781050" y="390525"/>
                    </a:moveTo>
                    <a:cubicBezTo>
                      <a:pt x="781050" y="606206"/>
                      <a:pt x="606206" y="781050"/>
                      <a:pt x="390525" y="781050"/>
                    </a:cubicBezTo>
                    <a:cubicBezTo>
                      <a:pt x="174844" y="781050"/>
                      <a:pt x="0" y="606206"/>
                      <a:pt x="0" y="390525"/>
                    </a:cubicBezTo>
                    <a:cubicBezTo>
                      <a:pt x="0" y="174844"/>
                      <a:pt x="174844" y="0"/>
                      <a:pt x="390525" y="0"/>
                    </a:cubicBezTo>
                    <a:cubicBezTo>
                      <a:pt x="606206" y="0"/>
                      <a:pt x="781050" y="174844"/>
                      <a:pt x="781050" y="390525"/>
                    </a:cubicBezTo>
                    <a:close/>
                  </a:path>
                </a:pathLst>
              </a:custGeom>
              <a:gradFill flip="none" rotWithShape="1">
                <a:gsLst>
                  <a:gs pos="95000">
                    <a:schemeClr val="accent3">
                      <a:lumMod val="50000"/>
                    </a:schemeClr>
                  </a:gs>
                  <a:gs pos="0">
                    <a:schemeClr val="accent3"/>
                  </a:gs>
                </a:gsLst>
                <a:lin ang="8100000" scaled="1"/>
                <a:tileRect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/>
            </p:nvSpPr>
            <p:spPr>
              <a:xfrm>
                <a:off x="8978639" y="734862"/>
                <a:ext cx="706492" cy="767396"/>
              </a:xfrm>
              <a:custGeom>
                <a:avLst/>
                <a:gdLst>
                  <a:gd name="connsiteX0" fmla="*/ 493844 w 552450"/>
                  <a:gd name="connsiteY0" fmla="*/ 606743 h 600075"/>
                  <a:gd name="connsiteX1" fmla="*/ 559566 w 552450"/>
                  <a:gd name="connsiteY1" fmla="*/ 390525 h 600075"/>
                  <a:gd name="connsiteX2" fmla="*/ 169041 w 552450"/>
                  <a:gd name="connsiteY2" fmla="*/ 0 h 600075"/>
                  <a:gd name="connsiteX3" fmla="*/ 58551 w 552450"/>
                  <a:gd name="connsiteY3" fmla="*/ 16193 h 600075"/>
                  <a:gd name="connsiteX4" fmla="*/ 21404 w 552450"/>
                  <a:gd name="connsiteY4" fmla="*/ 368618 h 600075"/>
                  <a:gd name="connsiteX5" fmla="*/ 324299 w 552450"/>
                  <a:gd name="connsiteY5" fmla="*/ 555308 h 600075"/>
                  <a:gd name="connsiteX6" fmla="*/ 493844 w 552450"/>
                  <a:gd name="connsiteY6" fmla="*/ 606743 h 600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2450" h="600075">
                    <a:moveTo>
                      <a:pt x="493844" y="606743"/>
                    </a:moveTo>
                    <a:cubicBezTo>
                      <a:pt x="535754" y="544830"/>
                      <a:pt x="559566" y="470535"/>
                      <a:pt x="559566" y="390525"/>
                    </a:cubicBezTo>
                    <a:cubicBezTo>
                      <a:pt x="559566" y="175260"/>
                      <a:pt x="385259" y="0"/>
                      <a:pt x="169041" y="0"/>
                    </a:cubicBezTo>
                    <a:cubicBezTo>
                      <a:pt x="130941" y="0"/>
                      <a:pt x="93794" y="5715"/>
                      <a:pt x="58551" y="16193"/>
                    </a:cubicBezTo>
                    <a:cubicBezTo>
                      <a:pt x="-5266" y="118110"/>
                      <a:pt x="-15744" y="262890"/>
                      <a:pt x="21404" y="368618"/>
                    </a:cubicBezTo>
                    <a:cubicBezTo>
                      <a:pt x="69029" y="501968"/>
                      <a:pt x="198569" y="533400"/>
                      <a:pt x="324299" y="555308"/>
                    </a:cubicBezTo>
                    <a:cubicBezTo>
                      <a:pt x="381449" y="565785"/>
                      <a:pt x="442409" y="578168"/>
                      <a:pt x="493844" y="60674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>
                      <a:lumMod val="75000"/>
                    </a:schemeClr>
                  </a:gs>
                  <a:gs pos="47000">
                    <a:schemeClr val="accent3"/>
                  </a:gs>
                </a:gsLst>
                <a:lin ang="81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9171829" y="739734"/>
                <a:ext cx="511597" cy="584683"/>
              </a:xfrm>
              <a:custGeom>
                <a:avLst/>
                <a:gdLst>
                  <a:gd name="connsiteX0" fmla="*/ 70362 w 400050"/>
                  <a:gd name="connsiteY0" fmla="*/ 0 h 457200"/>
                  <a:gd name="connsiteX1" fmla="*/ 42739 w 400050"/>
                  <a:gd name="connsiteY1" fmla="*/ 29528 h 457200"/>
                  <a:gd name="connsiteX2" fmla="*/ 6544 w 400050"/>
                  <a:gd name="connsiteY2" fmla="*/ 191453 h 457200"/>
                  <a:gd name="connsiteX3" fmla="*/ 169422 w 400050"/>
                  <a:gd name="connsiteY3" fmla="*/ 327660 h 457200"/>
                  <a:gd name="connsiteX4" fmla="*/ 364684 w 400050"/>
                  <a:gd name="connsiteY4" fmla="*/ 422910 h 457200"/>
                  <a:gd name="connsiteX5" fmla="*/ 400879 w 400050"/>
                  <a:gd name="connsiteY5" fmla="*/ 464820 h 457200"/>
                  <a:gd name="connsiteX6" fmla="*/ 408499 w 400050"/>
                  <a:gd name="connsiteY6" fmla="*/ 386715 h 457200"/>
                  <a:gd name="connsiteX7" fmla="*/ 70362 w 400050"/>
                  <a:gd name="connsiteY7" fmla="*/ 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00050" h="457200">
                    <a:moveTo>
                      <a:pt x="70362" y="0"/>
                    </a:moveTo>
                    <a:cubicBezTo>
                      <a:pt x="60837" y="9525"/>
                      <a:pt x="51312" y="19050"/>
                      <a:pt x="42739" y="29528"/>
                    </a:cubicBezTo>
                    <a:cubicBezTo>
                      <a:pt x="7497" y="74295"/>
                      <a:pt x="-10601" y="136208"/>
                      <a:pt x="6544" y="191453"/>
                    </a:cubicBezTo>
                    <a:cubicBezTo>
                      <a:pt x="29404" y="260985"/>
                      <a:pt x="100842" y="301943"/>
                      <a:pt x="169422" y="327660"/>
                    </a:cubicBezTo>
                    <a:cubicBezTo>
                      <a:pt x="238002" y="353378"/>
                      <a:pt x="312297" y="372428"/>
                      <a:pt x="364684" y="422910"/>
                    </a:cubicBezTo>
                    <a:cubicBezTo>
                      <a:pt x="378019" y="435293"/>
                      <a:pt x="389449" y="450533"/>
                      <a:pt x="400879" y="464820"/>
                    </a:cubicBezTo>
                    <a:cubicBezTo>
                      <a:pt x="405642" y="439103"/>
                      <a:pt x="408499" y="413385"/>
                      <a:pt x="408499" y="386715"/>
                    </a:cubicBezTo>
                    <a:cubicBezTo>
                      <a:pt x="408499" y="188595"/>
                      <a:pt x="260862" y="24765"/>
                      <a:pt x="70362" y="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  <a:alpha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9348295" y="1402375"/>
                <a:ext cx="158352" cy="158352"/>
              </a:xfrm>
              <a:custGeom>
                <a:avLst/>
                <a:gdLst>
                  <a:gd name="connsiteX0" fmla="*/ 127635 w 123825"/>
                  <a:gd name="connsiteY0" fmla="*/ 63818 h 123825"/>
                  <a:gd name="connsiteX1" fmla="*/ 63818 w 123825"/>
                  <a:gd name="connsiteY1" fmla="*/ 127635 h 123825"/>
                  <a:gd name="connsiteX2" fmla="*/ 0 w 123825"/>
                  <a:gd name="connsiteY2" fmla="*/ 63817 h 123825"/>
                  <a:gd name="connsiteX3" fmla="*/ 63818 w 123825"/>
                  <a:gd name="connsiteY3" fmla="*/ 0 h 123825"/>
                  <a:gd name="connsiteX4" fmla="*/ 127635 w 123825"/>
                  <a:gd name="connsiteY4" fmla="*/ 63818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7635" y="63818"/>
                    </a:moveTo>
                    <a:cubicBezTo>
                      <a:pt x="127635" y="99063"/>
                      <a:pt x="99063" y="127635"/>
                      <a:pt x="63818" y="127635"/>
                    </a:cubicBezTo>
                    <a:cubicBezTo>
                      <a:pt x="28572" y="127635"/>
                      <a:pt x="0" y="99063"/>
                      <a:pt x="0" y="63817"/>
                    </a:cubicBezTo>
                    <a:cubicBezTo>
                      <a:pt x="0" y="28572"/>
                      <a:pt x="28572" y="0"/>
                      <a:pt x="63818" y="0"/>
                    </a:cubicBezTo>
                    <a:cubicBezTo>
                      <a:pt x="99063" y="0"/>
                      <a:pt x="127635" y="28572"/>
                      <a:pt x="127635" y="63818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>
                      <a:lumMod val="75000"/>
                    </a:schemeClr>
                  </a:gs>
                  <a:gs pos="0">
                    <a:schemeClr val="accent3">
                      <a:lumMod val="50000"/>
                    </a:schemeClr>
                  </a:gs>
                </a:gsLst>
                <a:lin ang="81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9348295" y="1471806"/>
                <a:ext cx="158352" cy="85266"/>
              </a:xfrm>
              <a:custGeom>
                <a:avLst/>
                <a:gdLst>
                  <a:gd name="connsiteX0" fmla="*/ 63818 w 123825"/>
                  <a:gd name="connsiteY0" fmla="*/ 54292 h 66675"/>
                  <a:gd name="connsiteX1" fmla="*/ 952 w 123825"/>
                  <a:gd name="connsiteY1" fmla="*/ 0 h 66675"/>
                  <a:gd name="connsiteX2" fmla="*/ 0 w 123825"/>
                  <a:gd name="connsiteY2" fmla="*/ 9525 h 66675"/>
                  <a:gd name="connsiteX3" fmla="*/ 63818 w 123825"/>
                  <a:gd name="connsiteY3" fmla="*/ 73342 h 66675"/>
                  <a:gd name="connsiteX4" fmla="*/ 127635 w 123825"/>
                  <a:gd name="connsiteY4" fmla="*/ 9525 h 66675"/>
                  <a:gd name="connsiteX5" fmla="*/ 126683 w 123825"/>
                  <a:gd name="connsiteY5" fmla="*/ 0 h 66675"/>
                  <a:gd name="connsiteX6" fmla="*/ 63818 w 123825"/>
                  <a:gd name="connsiteY6" fmla="*/ 54292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66675">
                    <a:moveTo>
                      <a:pt x="63818" y="54292"/>
                    </a:moveTo>
                    <a:cubicBezTo>
                      <a:pt x="31432" y="54292"/>
                      <a:pt x="5715" y="30480"/>
                      <a:pt x="952" y="0"/>
                    </a:cubicBezTo>
                    <a:cubicBezTo>
                      <a:pt x="952" y="2857"/>
                      <a:pt x="0" y="6668"/>
                      <a:pt x="0" y="9525"/>
                    </a:cubicBezTo>
                    <a:cubicBezTo>
                      <a:pt x="0" y="44767"/>
                      <a:pt x="28575" y="73342"/>
                      <a:pt x="63818" y="73342"/>
                    </a:cubicBezTo>
                    <a:cubicBezTo>
                      <a:pt x="99060" y="73342"/>
                      <a:pt x="127635" y="44767"/>
                      <a:pt x="127635" y="9525"/>
                    </a:cubicBezTo>
                    <a:cubicBezTo>
                      <a:pt x="127635" y="6668"/>
                      <a:pt x="127635" y="2857"/>
                      <a:pt x="126683" y="0"/>
                    </a:cubicBezTo>
                    <a:cubicBezTo>
                      <a:pt x="121920" y="30480"/>
                      <a:pt x="96202" y="54292"/>
                      <a:pt x="63818" y="54292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任意多边形: 形状 46"/>
              <p:cNvSpPr/>
              <p:nvPr/>
            </p:nvSpPr>
            <p:spPr>
              <a:xfrm>
                <a:off x="8871128" y="1351539"/>
                <a:ext cx="121809" cy="121809"/>
              </a:xfrm>
              <a:custGeom>
                <a:avLst/>
                <a:gdLst>
                  <a:gd name="connsiteX0" fmla="*/ 86424 w 95250"/>
                  <a:gd name="connsiteY0" fmla="*/ 79757 h 95250"/>
                  <a:gd name="connsiteX1" fmla="*/ 17844 w 95250"/>
                  <a:gd name="connsiteY1" fmla="*/ 86424 h 95250"/>
                  <a:gd name="connsiteX2" fmla="*/ 11177 w 95250"/>
                  <a:gd name="connsiteY2" fmla="*/ 17844 h 95250"/>
                  <a:gd name="connsiteX3" fmla="*/ 79757 w 95250"/>
                  <a:gd name="connsiteY3" fmla="*/ 11177 h 95250"/>
                  <a:gd name="connsiteX4" fmla="*/ 86424 w 95250"/>
                  <a:gd name="connsiteY4" fmla="*/ 79757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86424" y="79757"/>
                    </a:moveTo>
                    <a:cubicBezTo>
                      <a:pt x="69279" y="100712"/>
                      <a:pt x="38799" y="103569"/>
                      <a:pt x="17844" y="86424"/>
                    </a:cubicBezTo>
                    <a:cubicBezTo>
                      <a:pt x="-3111" y="69279"/>
                      <a:pt x="-5968" y="38799"/>
                      <a:pt x="11177" y="17844"/>
                    </a:cubicBezTo>
                    <a:cubicBezTo>
                      <a:pt x="28322" y="-3111"/>
                      <a:pt x="58802" y="-5968"/>
                      <a:pt x="79757" y="11177"/>
                    </a:cubicBezTo>
                    <a:cubicBezTo>
                      <a:pt x="100712" y="28322"/>
                      <a:pt x="103569" y="58802"/>
                      <a:pt x="86424" y="79757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8871518" y="1369486"/>
                <a:ext cx="109628" cy="97447"/>
              </a:xfrm>
              <a:custGeom>
                <a:avLst/>
                <a:gdLst>
                  <a:gd name="connsiteX0" fmla="*/ 27064 w 85725"/>
                  <a:gd name="connsiteY0" fmla="*/ 61913 h 76200"/>
                  <a:gd name="connsiteX1" fmla="*/ 15634 w 85725"/>
                  <a:gd name="connsiteY1" fmla="*/ 0 h 76200"/>
                  <a:gd name="connsiteX2" fmla="*/ 10872 w 85725"/>
                  <a:gd name="connsiteY2" fmla="*/ 4763 h 76200"/>
                  <a:gd name="connsiteX3" fmla="*/ 17539 w 85725"/>
                  <a:gd name="connsiteY3" fmla="*/ 73343 h 76200"/>
                  <a:gd name="connsiteX4" fmla="*/ 86119 w 85725"/>
                  <a:gd name="connsiteY4" fmla="*/ 66675 h 76200"/>
                  <a:gd name="connsiteX5" fmla="*/ 89929 w 85725"/>
                  <a:gd name="connsiteY5" fmla="*/ 60960 h 76200"/>
                  <a:gd name="connsiteX6" fmla="*/ 27064 w 85725"/>
                  <a:gd name="connsiteY6" fmla="*/ 61913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25" h="76200">
                    <a:moveTo>
                      <a:pt x="27064" y="61913"/>
                    </a:moveTo>
                    <a:cubicBezTo>
                      <a:pt x="8014" y="46673"/>
                      <a:pt x="4204" y="20003"/>
                      <a:pt x="15634" y="0"/>
                    </a:cubicBezTo>
                    <a:cubicBezTo>
                      <a:pt x="13729" y="1905"/>
                      <a:pt x="11824" y="3810"/>
                      <a:pt x="10872" y="4763"/>
                    </a:cubicBezTo>
                    <a:cubicBezTo>
                      <a:pt x="-6273" y="25718"/>
                      <a:pt x="-2463" y="56198"/>
                      <a:pt x="17539" y="73343"/>
                    </a:cubicBezTo>
                    <a:cubicBezTo>
                      <a:pt x="38494" y="90488"/>
                      <a:pt x="68974" y="86678"/>
                      <a:pt x="86119" y="66675"/>
                    </a:cubicBezTo>
                    <a:cubicBezTo>
                      <a:pt x="88024" y="64770"/>
                      <a:pt x="88977" y="62865"/>
                      <a:pt x="89929" y="60960"/>
                    </a:cubicBezTo>
                    <a:cubicBezTo>
                      <a:pt x="72784" y="76200"/>
                      <a:pt x="46114" y="77153"/>
                      <a:pt x="27064" y="61913"/>
                    </a:cubicBezTo>
                    <a:close/>
                  </a:path>
                </a:pathLst>
              </a:custGeom>
              <a:solidFill>
                <a:srgbClr val="200A2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任意多边形: 形状 48"/>
              <p:cNvSpPr/>
              <p:nvPr/>
            </p:nvSpPr>
            <p:spPr>
              <a:xfrm>
                <a:off x="8825837" y="1040704"/>
                <a:ext cx="85266" cy="85266"/>
              </a:xfrm>
              <a:custGeom>
                <a:avLst/>
                <a:gdLst>
                  <a:gd name="connsiteX0" fmla="*/ 49450 w 66675"/>
                  <a:gd name="connsiteY0" fmla="*/ 64690 h 66675"/>
                  <a:gd name="connsiteX1" fmla="*/ 3730 w 66675"/>
                  <a:gd name="connsiteY1" fmla="*/ 49450 h 66675"/>
                  <a:gd name="connsiteX2" fmla="*/ 18970 w 66675"/>
                  <a:gd name="connsiteY2" fmla="*/ 3730 h 66675"/>
                  <a:gd name="connsiteX3" fmla="*/ 64690 w 66675"/>
                  <a:gd name="connsiteY3" fmla="*/ 18970 h 66675"/>
                  <a:gd name="connsiteX4" fmla="*/ 49450 w 66675"/>
                  <a:gd name="connsiteY4" fmla="*/ 6469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49450" y="64690"/>
                    </a:moveTo>
                    <a:cubicBezTo>
                      <a:pt x="32305" y="73263"/>
                      <a:pt x="12303" y="66595"/>
                      <a:pt x="3730" y="49450"/>
                    </a:cubicBezTo>
                    <a:cubicBezTo>
                      <a:pt x="-4842" y="32305"/>
                      <a:pt x="1825" y="12303"/>
                      <a:pt x="18970" y="3730"/>
                    </a:cubicBezTo>
                    <a:cubicBezTo>
                      <a:pt x="36115" y="-4842"/>
                      <a:pt x="56118" y="1825"/>
                      <a:pt x="64690" y="18970"/>
                    </a:cubicBezTo>
                    <a:cubicBezTo>
                      <a:pt x="73263" y="36115"/>
                      <a:pt x="65643" y="56118"/>
                      <a:pt x="49450" y="64690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" name="任意多边形: 形状 49"/>
              <p:cNvSpPr/>
              <p:nvPr/>
            </p:nvSpPr>
            <p:spPr>
              <a:xfrm>
                <a:off x="8824618" y="1043038"/>
                <a:ext cx="60904" cy="73085"/>
              </a:xfrm>
              <a:custGeom>
                <a:avLst/>
                <a:gdLst>
                  <a:gd name="connsiteX0" fmla="*/ 13255 w 47625"/>
                  <a:gd name="connsiteY0" fmla="*/ 42863 h 57150"/>
                  <a:gd name="connsiteX1" fmla="*/ 23733 w 47625"/>
                  <a:gd name="connsiteY1" fmla="*/ 0 h 57150"/>
                  <a:gd name="connsiteX2" fmla="*/ 18970 w 47625"/>
                  <a:gd name="connsiteY2" fmla="*/ 1905 h 57150"/>
                  <a:gd name="connsiteX3" fmla="*/ 3730 w 47625"/>
                  <a:gd name="connsiteY3" fmla="*/ 47625 h 57150"/>
                  <a:gd name="connsiteX4" fmla="*/ 49450 w 47625"/>
                  <a:gd name="connsiteY4" fmla="*/ 62865 h 57150"/>
                  <a:gd name="connsiteX5" fmla="*/ 54213 w 47625"/>
                  <a:gd name="connsiteY5" fmla="*/ 60008 h 57150"/>
                  <a:gd name="connsiteX6" fmla="*/ 13255 w 47625"/>
                  <a:gd name="connsiteY6" fmla="*/ 42863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625" h="57150">
                    <a:moveTo>
                      <a:pt x="13255" y="42863"/>
                    </a:moveTo>
                    <a:cubicBezTo>
                      <a:pt x="5635" y="27623"/>
                      <a:pt x="10398" y="9525"/>
                      <a:pt x="23733" y="0"/>
                    </a:cubicBezTo>
                    <a:cubicBezTo>
                      <a:pt x="21828" y="953"/>
                      <a:pt x="20875" y="953"/>
                      <a:pt x="18970" y="1905"/>
                    </a:cubicBezTo>
                    <a:cubicBezTo>
                      <a:pt x="1825" y="10478"/>
                      <a:pt x="-4842" y="30480"/>
                      <a:pt x="3730" y="47625"/>
                    </a:cubicBezTo>
                    <a:cubicBezTo>
                      <a:pt x="12303" y="64770"/>
                      <a:pt x="32305" y="71438"/>
                      <a:pt x="49450" y="62865"/>
                    </a:cubicBezTo>
                    <a:cubicBezTo>
                      <a:pt x="51355" y="61913"/>
                      <a:pt x="52308" y="60960"/>
                      <a:pt x="54213" y="60008"/>
                    </a:cubicBezTo>
                    <a:cubicBezTo>
                      <a:pt x="38973" y="65723"/>
                      <a:pt x="20875" y="59055"/>
                      <a:pt x="13255" y="42863"/>
                    </a:cubicBezTo>
                    <a:close/>
                  </a:path>
                </a:pathLst>
              </a:custGeom>
              <a:solidFill>
                <a:srgbClr val="200A2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9394516" y="910200"/>
                <a:ext cx="60904" cy="60904"/>
              </a:xfrm>
              <a:custGeom>
                <a:avLst/>
                <a:gdLst>
                  <a:gd name="connsiteX0" fmla="*/ 52 w 47625"/>
                  <a:gd name="connsiteY0" fmla="*/ 26722 h 47625"/>
                  <a:gd name="connsiteX1" fmla="*/ 28627 w 47625"/>
                  <a:gd name="connsiteY1" fmla="*/ 52 h 47625"/>
                  <a:gd name="connsiteX2" fmla="*/ 55297 w 47625"/>
                  <a:gd name="connsiteY2" fmla="*/ 28627 h 47625"/>
                  <a:gd name="connsiteX3" fmla="*/ 26722 w 47625"/>
                  <a:gd name="connsiteY3" fmla="*/ 55297 h 47625"/>
                  <a:gd name="connsiteX4" fmla="*/ 52 w 47625"/>
                  <a:gd name="connsiteY4" fmla="*/ 2672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52" y="26722"/>
                    </a:moveTo>
                    <a:cubicBezTo>
                      <a:pt x="1004" y="11482"/>
                      <a:pt x="13387" y="-901"/>
                      <a:pt x="28627" y="52"/>
                    </a:cubicBezTo>
                    <a:cubicBezTo>
                      <a:pt x="43867" y="1004"/>
                      <a:pt x="56249" y="13387"/>
                      <a:pt x="55297" y="28627"/>
                    </a:cubicBezTo>
                    <a:cubicBezTo>
                      <a:pt x="54344" y="43867"/>
                      <a:pt x="41962" y="56249"/>
                      <a:pt x="26722" y="55297"/>
                    </a:cubicBezTo>
                    <a:cubicBezTo>
                      <a:pt x="11482" y="54344"/>
                      <a:pt x="-901" y="41962"/>
                      <a:pt x="52" y="2672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>
                      <a:lumMod val="75000"/>
                    </a:schemeClr>
                  </a:gs>
                  <a:gs pos="0">
                    <a:schemeClr val="accent3">
                      <a:lumMod val="50000"/>
                    </a:schemeClr>
                  </a:gs>
                </a:gsLst>
                <a:lin ang="81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9394581" y="910200"/>
                <a:ext cx="60904" cy="36543"/>
              </a:xfrm>
              <a:custGeom>
                <a:avLst/>
                <a:gdLst>
                  <a:gd name="connsiteX0" fmla="*/ 28575 w 47625"/>
                  <a:gd name="connsiteY0" fmla="*/ 7672 h 28575"/>
                  <a:gd name="connsiteX1" fmla="*/ 55245 w 47625"/>
                  <a:gd name="connsiteY1" fmla="*/ 32437 h 28575"/>
                  <a:gd name="connsiteX2" fmla="*/ 55245 w 47625"/>
                  <a:gd name="connsiteY2" fmla="*/ 28627 h 28575"/>
                  <a:gd name="connsiteX3" fmla="*/ 28575 w 47625"/>
                  <a:gd name="connsiteY3" fmla="*/ 52 h 28575"/>
                  <a:gd name="connsiteX4" fmla="*/ 0 w 47625"/>
                  <a:gd name="connsiteY4" fmla="*/ 26722 h 28575"/>
                  <a:gd name="connsiteX5" fmla="*/ 0 w 47625"/>
                  <a:gd name="connsiteY5" fmla="*/ 30532 h 28575"/>
                  <a:gd name="connsiteX6" fmla="*/ 28575 w 47625"/>
                  <a:gd name="connsiteY6" fmla="*/ 7672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625" h="28575">
                    <a:moveTo>
                      <a:pt x="28575" y="7672"/>
                    </a:moveTo>
                    <a:cubicBezTo>
                      <a:pt x="42863" y="8624"/>
                      <a:pt x="53340" y="19102"/>
                      <a:pt x="55245" y="32437"/>
                    </a:cubicBezTo>
                    <a:cubicBezTo>
                      <a:pt x="55245" y="31484"/>
                      <a:pt x="55245" y="29579"/>
                      <a:pt x="55245" y="28627"/>
                    </a:cubicBezTo>
                    <a:cubicBezTo>
                      <a:pt x="56198" y="13387"/>
                      <a:pt x="43815" y="52"/>
                      <a:pt x="28575" y="52"/>
                    </a:cubicBezTo>
                    <a:cubicBezTo>
                      <a:pt x="13335" y="-901"/>
                      <a:pt x="0" y="11482"/>
                      <a:pt x="0" y="26722"/>
                    </a:cubicBezTo>
                    <a:cubicBezTo>
                      <a:pt x="0" y="27674"/>
                      <a:pt x="0" y="29579"/>
                      <a:pt x="0" y="30532"/>
                    </a:cubicBezTo>
                    <a:cubicBezTo>
                      <a:pt x="2857" y="17197"/>
                      <a:pt x="14288" y="7672"/>
                      <a:pt x="28575" y="7672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任意多边形: 形状 52"/>
              <p:cNvSpPr/>
              <p:nvPr/>
            </p:nvSpPr>
            <p:spPr>
              <a:xfrm>
                <a:off x="9136569" y="1537805"/>
                <a:ext cx="60904" cy="60904"/>
              </a:xfrm>
              <a:custGeom>
                <a:avLst/>
                <a:gdLst>
                  <a:gd name="connsiteX0" fmla="*/ 52214 w 47625"/>
                  <a:gd name="connsiteY0" fmla="*/ 14114 h 47625"/>
                  <a:gd name="connsiteX1" fmla="*/ 41737 w 47625"/>
                  <a:gd name="connsiteY1" fmla="*/ 52214 h 47625"/>
                  <a:gd name="connsiteX2" fmla="*/ 3637 w 47625"/>
                  <a:gd name="connsiteY2" fmla="*/ 41737 h 47625"/>
                  <a:gd name="connsiteX3" fmla="*/ 14114 w 47625"/>
                  <a:gd name="connsiteY3" fmla="*/ 3637 h 47625"/>
                  <a:gd name="connsiteX4" fmla="*/ 52214 w 47625"/>
                  <a:gd name="connsiteY4" fmla="*/ 14114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52214" y="14114"/>
                    </a:moveTo>
                    <a:cubicBezTo>
                      <a:pt x="59834" y="27449"/>
                      <a:pt x="55072" y="44594"/>
                      <a:pt x="41737" y="52214"/>
                    </a:cubicBezTo>
                    <a:cubicBezTo>
                      <a:pt x="28402" y="59834"/>
                      <a:pt x="11257" y="55072"/>
                      <a:pt x="3637" y="41737"/>
                    </a:cubicBezTo>
                    <a:cubicBezTo>
                      <a:pt x="-3983" y="28402"/>
                      <a:pt x="779" y="11257"/>
                      <a:pt x="14114" y="3637"/>
                    </a:cubicBezTo>
                    <a:cubicBezTo>
                      <a:pt x="27449" y="-3983"/>
                      <a:pt x="44594" y="779"/>
                      <a:pt x="52214" y="14114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" name="任意多边形: 形状 53"/>
              <p:cNvSpPr/>
              <p:nvPr/>
            </p:nvSpPr>
            <p:spPr>
              <a:xfrm>
                <a:off x="9140001" y="1550982"/>
                <a:ext cx="60904" cy="48724"/>
              </a:xfrm>
              <a:custGeom>
                <a:avLst/>
                <a:gdLst>
                  <a:gd name="connsiteX0" fmla="*/ 35242 w 47625"/>
                  <a:gd name="connsiteY0" fmla="*/ 34290 h 38100"/>
                  <a:gd name="connsiteX1" fmla="*/ 0 w 47625"/>
                  <a:gd name="connsiteY1" fmla="*/ 27623 h 38100"/>
                  <a:gd name="connsiteX2" fmla="*/ 1905 w 47625"/>
                  <a:gd name="connsiteY2" fmla="*/ 31433 h 38100"/>
                  <a:gd name="connsiteX3" fmla="*/ 40005 w 47625"/>
                  <a:gd name="connsiteY3" fmla="*/ 41910 h 38100"/>
                  <a:gd name="connsiteX4" fmla="*/ 50482 w 47625"/>
                  <a:gd name="connsiteY4" fmla="*/ 3810 h 38100"/>
                  <a:gd name="connsiteX5" fmla="*/ 48577 w 47625"/>
                  <a:gd name="connsiteY5" fmla="*/ 0 h 38100"/>
                  <a:gd name="connsiteX6" fmla="*/ 35242 w 47625"/>
                  <a:gd name="connsiteY6" fmla="*/ 3429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625" h="38100">
                    <a:moveTo>
                      <a:pt x="35242" y="34290"/>
                    </a:moveTo>
                    <a:cubicBezTo>
                      <a:pt x="22860" y="40958"/>
                      <a:pt x="8572" y="38100"/>
                      <a:pt x="0" y="27623"/>
                    </a:cubicBezTo>
                    <a:cubicBezTo>
                      <a:pt x="952" y="28575"/>
                      <a:pt x="952" y="30480"/>
                      <a:pt x="1905" y="31433"/>
                    </a:cubicBezTo>
                    <a:cubicBezTo>
                      <a:pt x="9525" y="44767"/>
                      <a:pt x="26670" y="49530"/>
                      <a:pt x="40005" y="41910"/>
                    </a:cubicBezTo>
                    <a:cubicBezTo>
                      <a:pt x="53340" y="34290"/>
                      <a:pt x="58102" y="17145"/>
                      <a:pt x="50482" y="3810"/>
                    </a:cubicBezTo>
                    <a:cubicBezTo>
                      <a:pt x="49530" y="2858"/>
                      <a:pt x="48577" y="1905"/>
                      <a:pt x="48577" y="0"/>
                    </a:cubicBezTo>
                    <a:cubicBezTo>
                      <a:pt x="51435" y="12383"/>
                      <a:pt x="46672" y="26670"/>
                      <a:pt x="35242" y="34290"/>
                    </a:cubicBezTo>
                    <a:close/>
                  </a:path>
                </a:pathLst>
              </a:custGeom>
              <a:solidFill>
                <a:srgbClr val="200A2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" name="任意多边形: 形状 54"/>
              <p:cNvSpPr/>
              <p:nvPr/>
            </p:nvSpPr>
            <p:spPr>
              <a:xfrm>
                <a:off x="9075443" y="857890"/>
                <a:ext cx="121809" cy="121809"/>
              </a:xfrm>
              <a:custGeom>
                <a:avLst/>
                <a:gdLst>
                  <a:gd name="connsiteX0" fmla="*/ 0 w 95250"/>
                  <a:gd name="connsiteY0" fmla="*/ 51435 h 95250"/>
                  <a:gd name="connsiteX1" fmla="*/ 51435 w 95250"/>
                  <a:gd name="connsiteY1" fmla="*/ 0 h 95250"/>
                  <a:gd name="connsiteX2" fmla="*/ 102870 w 95250"/>
                  <a:gd name="connsiteY2" fmla="*/ 51435 h 95250"/>
                  <a:gd name="connsiteX3" fmla="*/ 51435 w 95250"/>
                  <a:gd name="connsiteY3" fmla="*/ 102870 h 95250"/>
                  <a:gd name="connsiteX4" fmla="*/ 0 w 95250"/>
                  <a:gd name="connsiteY4" fmla="*/ 51435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0" y="51435"/>
                    </a:moveTo>
                    <a:cubicBezTo>
                      <a:pt x="0" y="22860"/>
                      <a:pt x="22860" y="0"/>
                      <a:pt x="51435" y="0"/>
                    </a:cubicBezTo>
                    <a:cubicBezTo>
                      <a:pt x="80010" y="0"/>
                      <a:pt x="102870" y="22860"/>
                      <a:pt x="102870" y="51435"/>
                    </a:cubicBezTo>
                    <a:cubicBezTo>
                      <a:pt x="102870" y="80010"/>
                      <a:pt x="80010" y="102870"/>
                      <a:pt x="51435" y="102870"/>
                    </a:cubicBezTo>
                    <a:cubicBezTo>
                      <a:pt x="22860" y="102870"/>
                      <a:pt x="0" y="80010"/>
                      <a:pt x="0" y="51435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>
                      <a:lumMod val="75000"/>
                    </a:schemeClr>
                  </a:gs>
                  <a:gs pos="0">
                    <a:schemeClr val="accent3">
                      <a:lumMod val="50000"/>
                    </a:schemeClr>
                  </a:gs>
                </a:gsLst>
                <a:lin ang="81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9076661" y="857890"/>
                <a:ext cx="121809" cy="73085"/>
              </a:xfrm>
              <a:custGeom>
                <a:avLst/>
                <a:gdLst>
                  <a:gd name="connsiteX0" fmla="*/ 50482 w 95250"/>
                  <a:gd name="connsiteY0" fmla="*/ 15240 h 57150"/>
                  <a:gd name="connsiteX1" fmla="*/ 101918 w 95250"/>
                  <a:gd name="connsiteY1" fmla="*/ 59055 h 57150"/>
                  <a:gd name="connsiteX2" fmla="*/ 102870 w 95250"/>
                  <a:gd name="connsiteY2" fmla="*/ 51435 h 57150"/>
                  <a:gd name="connsiteX3" fmla="*/ 51435 w 95250"/>
                  <a:gd name="connsiteY3" fmla="*/ 0 h 57150"/>
                  <a:gd name="connsiteX4" fmla="*/ 0 w 95250"/>
                  <a:gd name="connsiteY4" fmla="*/ 51435 h 57150"/>
                  <a:gd name="connsiteX5" fmla="*/ 952 w 95250"/>
                  <a:gd name="connsiteY5" fmla="*/ 59055 h 57150"/>
                  <a:gd name="connsiteX6" fmla="*/ 50482 w 95250"/>
                  <a:gd name="connsiteY6" fmla="*/ 15240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250" h="57150">
                    <a:moveTo>
                      <a:pt x="50482" y="15240"/>
                    </a:moveTo>
                    <a:cubicBezTo>
                      <a:pt x="76200" y="15240"/>
                      <a:pt x="98107" y="34290"/>
                      <a:pt x="101918" y="59055"/>
                    </a:cubicBezTo>
                    <a:cubicBezTo>
                      <a:pt x="101918" y="56197"/>
                      <a:pt x="102870" y="54293"/>
                      <a:pt x="102870" y="51435"/>
                    </a:cubicBezTo>
                    <a:cubicBezTo>
                      <a:pt x="102870" y="22860"/>
                      <a:pt x="80010" y="0"/>
                      <a:pt x="51435" y="0"/>
                    </a:cubicBezTo>
                    <a:cubicBezTo>
                      <a:pt x="22860" y="0"/>
                      <a:pt x="0" y="22860"/>
                      <a:pt x="0" y="51435"/>
                    </a:cubicBezTo>
                    <a:cubicBezTo>
                      <a:pt x="0" y="54293"/>
                      <a:pt x="0" y="56197"/>
                      <a:pt x="952" y="59055"/>
                    </a:cubicBezTo>
                    <a:cubicBezTo>
                      <a:pt x="2857" y="34290"/>
                      <a:pt x="24765" y="15240"/>
                      <a:pt x="50482" y="15240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任意多边形: 形状 56"/>
              <p:cNvSpPr/>
              <p:nvPr/>
            </p:nvSpPr>
            <p:spPr>
              <a:xfrm>
                <a:off x="9172815" y="1176954"/>
                <a:ext cx="133990" cy="133990"/>
              </a:xfrm>
              <a:custGeom>
                <a:avLst/>
                <a:gdLst>
                  <a:gd name="connsiteX0" fmla="*/ 65781 w 104775"/>
                  <a:gd name="connsiteY0" fmla="*/ 1011 h 104775"/>
                  <a:gd name="connsiteX1" fmla="*/ 109596 w 104775"/>
                  <a:gd name="connsiteY1" fmla="*/ 65781 h 104775"/>
                  <a:gd name="connsiteX2" fmla="*/ 44826 w 104775"/>
                  <a:gd name="connsiteY2" fmla="*/ 109596 h 104775"/>
                  <a:gd name="connsiteX3" fmla="*/ 1011 w 104775"/>
                  <a:gd name="connsiteY3" fmla="*/ 44826 h 104775"/>
                  <a:gd name="connsiteX4" fmla="*/ 65781 w 104775"/>
                  <a:gd name="connsiteY4" fmla="*/ 101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65781" y="1011"/>
                    </a:moveTo>
                    <a:cubicBezTo>
                      <a:pt x="96261" y="6726"/>
                      <a:pt x="115311" y="36253"/>
                      <a:pt x="109596" y="65781"/>
                    </a:cubicBezTo>
                    <a:cubicBezTo>
                      <a:pt x="103881" y="96261"/>
                      <a:pt x="74353" y="115311"/>
                      <a:pt x="44826" y="109596"/>
                    </a:cubicBezTo>
                    <a:cubicBezTo>
                      <a:pt x="14346" y="103881"/>
                      <a:pt x="-4704" y="74353"/>
                      <a:pt x="1011" y="44826"/>
                    </a:cubicBezTo>
                    <a:cubicBezTo>
                      <a:pt x="6726" y="14346"/>
                      <a:pt x="35301" y="-4704"/>
                      <a:pt x="65781" y="101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>
                      <a:lumMod val="75000"/>
                    </a:schemeClr>
                  </a:gs>
                  <a:gs pos="0">
                    <a:schemeClr val="accent3">
                      <a:lumMod val="50000"/>
                    </a:schemeClr>
                  </a:gs>
                </a:gsLst>
                <a:lin ang="81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任意多边形: 形状 57"/>
              <p:cNvSpPr/>
              <p:nvPr/>
            </p:nvSpPr>
            <p:spPr>
              <a:xfrm>
                <a:off x="9219178" y="1177028"/>
                <a:ext cx="85266" cy="133990"/>
              </a:xfrm>
              <a:custGeom>
                <a:avLst/>
                <a:gdLst>
                  <a:gd name="connsiteX0" fmla="*/ 57150 w 66675"/>
                  <a:gd name="connsiteY0" fmla="*/ 62865 h 104775"/>
                  <a:gd name="connsiteX1" fmla="*/ 0 w 66675"/>
                  <a:gd name="connsiteY1" fmla="*/ 107632 h 104775"/>
                  <a:gd name="connsiteX2" fmla="*/ 7620 w 66675"/>
                  <a:gd name="connsiteY2" fmla="*/ 109538 h 104775"/>
                  <a:gd name="connsiteX3" fmla="*/ 72390 w 66675"/>
                  <a:gd name="connsiteY3" fmla="*/ 65723 h 104775"/>
                  <a:gd name="connsiteX4" fmla="*/ 28575 w 66675"/>
                  <a:gd name="connsiteY4" fmla="*/ 953 h 104775"/>
                  <a:gd name="connsiteX5" fmla="*/ 20002 w 66675"/>
                  <a:gd name="connsiteY5" fmla="*/ 0 h 104775"/>
                  <a:gd name="connsiteX6" fmla="*/ 57150 w 66675"/>
                  <a:gd name="connsiteY6" fmla="*/ 62865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6675" h="104775">
                    <a:moveTo>
                      <a:pt x="57150" y="62865"/>
                    </a:moveTo>
                    <a:cubicBezTo>
                      <a:pt x="51435" y="90488"/>
                      <a:pt x="27622" y="108585"/>
                      <a:pt x="0" y="107632"/>
                    </a:cubicBezTo>
                    <a:cubicBezTo>
                      <a:pt x="2857" y="108585"/>
                      <a:pt x="4763" y="109538"/>
                      <a:pt x="7620" y="109538"/>
                    </a:cubicBezTo>
                    <a:cubicBezTo>
                      <a:pt x="38100" y="115253"/>
                      <a:pt x="66675" y="95250"/>
                      <a:pt x="72390" y="65723"/>
                    </a:cubicBezTo>
                    <a:cubicBezTo>
                      <a:pt x="78105" y="35243"/>
                      <a:pt x="58102" y="6668"/>
                      <a:pt x="28575" y="953"/>
                    </a:cubicBezTo>
                    <a:cubicBezTo>
                      <a:pt x="25717" y="0"/>
                      <a:pt x="22860" y="0"/>
                      <a:pt x="20002" y="0"/>
                    </a:cubicBezTo>
                    <a:cubicBezTo>
                      <a:pt x="46672" y="8573"/>
                      <a:pt x="62865" y="35243"/>
                      <a:pt x="57150" y="62865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任意多边形: 形状 58"/>
              <p:cNvSpPr/>
              <p:nvPr/>
            </p:nvSpPr>
            <p:spPr>
              <a:xfrm>
                <a:off x="9495667" y="1111234"/>
                <a:ext cx="97447" cy="97447"/>
              </a:xfrm>
              <a:custGeom>
                <a:avLst/>
                <a:gdLst>
                  <a:gd name="connsiteX0" fmla="*/ 14301 w 76200"/>
                  <a:gd name="connsiteY0" fmla="*/ 9538 h 76200"/>
                  <a:gd name="connsiteX1" fmla="*/ 71451 w 76200"/>
                  <a:gd name="connsiteY1" fmla="*/ 14301 h 76200"/>
                  <a:gd name="connsiteX2" fmla="*/ 66688 w 76200"/>
                  <a:gd name="connsiteY2" fmla="*/ 71451 h 76200"/>
                  <a:gd name="connsiteX3" fmla="*/ 9538 w 76200"/>
                  <a:gd name="connsiteY3" fmla="*/ 66688 h 76200"/>
                  <a:gd name="connsiteX4" fmla="*/ 14301 w 76200"/>
                  <a:gd name="connsiteY4" fmla="*/ 9538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14301" y="9538"/>
                    </a:moveTo>
                    <a:cubicBezTo>
                      <a:pt x="31446" y="-4749"/>
                      <a:pt x="57163" y="-2844"/>
                      <a:pt x="71451" y="14301"/>
                    </a:cubicBezTo>
                    <a:cubicBezTo>
                      <a:pt x="85738" y="31446"/>
                      <a:pt x="83833" y="57163"/>
                      <a:pt x="66688" y="71451"/>
                    </a:cubicBezTo>
                    <a:cubicBezTo>
                      <a:pt x="49543" y="85738"/>
                      <a:pt x="23826" y="83833"/>
                      <a:pt x="9538" y="66688"/>
                    </a:cubicBezTo>
                    <a:cubicBezTo>
                      <a:pt x="-4749" y="49543"/>
                      <a:pt x="-2844" y="24778"/>
                      <a:pt x="14301" y="9538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>
                      <a:lumMod val="75000"/>
                    </a:schemeClr>
                  </a:gs>
                  <a:gs pos="0">
                    <a:schemeClr val="accent3">
                      <a:lumMod val="50000"/>
                    </a:schemeClr>
                  </a:gs>
                </a:gsLst>
                <a:lin ang="81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任意多边形: 形状 59"/>
              <p:cNvSpPr/>
              <p:nvPr/>
            </p:nvSpPr>
            <p:spPr>
              <a:xfrm>
                <a:off x="9510300" y="1111234"/>
                <a:ext cx="85266" cy="85266"/>
              </a:xfrm>
              <a:custGeom>
                <a:avLst/>
                <a:gdLst>
                  <a:gd name="connsiteX0" fmla="*/ 51435 w 66675"/>
                  <a:gd name="connsiteY0" fmla="*/ 21921 h 66675"/>
                  <a:gd name="connsiteX1" fmla="*/ 51435 w 66675"/>
                  <a:gd name="connsiteY1" fmla="*/ 75261 h 66675"/>
                  <a:gd name="connsiteX2" fmla="*/ 56197 w 66675"/>
                  <a:gd name="connsiteY2" fmla="*/ 71451 h 66675"/>
                  <a:gd name="connsiteX3" fmla="*/ 60960 w 66675"/>
                  <a:gd name="connsiteY3" fmla="*/ 14301 h 66675"/>
                  <a:gd name="connsiteX4" fmla="*/ 3810 w 66675"/>
                  <a:gd name="connsiteY4" fmla="*/ 9538 h 66675"/>
                  <a:gd name="connsiteX5" fmla="*/ 0 w 66675"/>
                  <a:gd name="connsiteY5" fmla="*/ 13348 h 66675"/>
                  <a:gd name="connsiteX6" fmla="*/ 51435 w 66675"/>
                  <a:gd name="connsiteY6" fmla="*/ 2192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6675" h="66675">
                    <a:moveTo>
                      <a:pt x="51435" y="21921"/>
                    </a:moveTo>
                    <a:cubicBezTo>
                      <a:pt x="64770" y="37161"/>
                      <a:pt x="64770" y="60021"/>
                      <a:pt x="51435" y="75261"/>
                    </a:cubicBezTo>
                    <a:cubicBezTo>
                      <a:pt x="53340" y="74308"/>
                      <a:pt x="54292" y="73356"/>
                      <a:pt x="56197" y="71451"/>
                    </a:cubicBezTo>
                    <a:cubicBezTo>
                      <a:pt x="73342" y="57163"/>
                      <a:pt x="75247" y="31446"/>
                      <a:pt x="60960" y="14301"/>
                    </a:cubicBezTo>
                    <a:cubicBezTo>
                      <a:pt x="46672" y="-2844"/>
                      <a:pt x="20955" y="-4749"/>
                      <a:pt x="3810" y="9538"/>
                    </a:cubicBezTo>
                    <a:cubicBezTo>
                      <a:pt x="1905" y="10491"/>
                      <a:pt x="952" y="12396"/>
                      <a:pt x="0" y="13348"/>
                    </a:cubicBezTo>
                    <a:cubicBezTo>
                      <a:pt x="15240" y="2871"/>
                      <a:pt x="38100" y="6681"/>
                      <a:pt x="51435" y="21921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35" name="任意多边形: 形状 34"/>
            <p:cNvSpPr/>
            <p:nvPr/>
          </p:nvSpPr>
          <p:spPr>
            <a:xfrm>
              <a:off x="10383055" y="5088584"/>
              <a:ext cx="1172781" cy="1172780"/>
            </a:xfrm>
            <a:custGeom>
              <a:avLst/>
              <a:gdLst>
                <a:gd name="connsiteX0" fmla="*/ 906364 w 1172780"/>
                <a:gd name="connsiteY0" fmla="*/ 315645 h 1172780"/>
                <a:gd name="connsiteX1" fmla="*/ 865794 w 1172780"/>
                <a:gd name="connsiteY1" fmla="*/ 906364 h 1172780"/>
                <a:gd name="connsiteX2" fmla="*/ 275075 w 1172780"/>
                <a:gd name="connsiteY2" fmla="*/ 865794 h 1172780"/>
                <a:gd name="connsiteX3" fmla="*/ 315645 w 1172780"/>
                <a:gd name="connsiteY3" fmla="*/ 275074 h 1172780"/>
                <a:gd name="connsiteX4" fmla="*/ 906364 w 1172780"/>
                <a:gd name="connsiteY4" fmla="*/ 315645 h 1172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2780" h="1172780">
                  <a:moveTo>
                    <a:pt x="906364" y="315645"/>
                  </a:moveTo>
                  <a:cubicBezTo>
                    <a:pt x="1058284" y="489971"/>
                    <a:pt x="1040120" y="754445"/>
                    <a:pt x="865794" y="906364"/>
                  </a:cubicBezTo>
                  <a:cubicBezTo>
                    <a:pt x="691468" y="1058283"/>
                    <a:pt x="426994" y="1040119"/>
                    <a:pt x="275075" y="865794"/>
                  </a:cubicBezTo>
                  <a:cubicBezTo>
                    <a:pt x="123155" y="691468"/>
                    <a:pt x="141319" y="426994"/>
                    <a:pt x="315645" y="275074"/>
                  </a:cubicBezTo>
                  <a:cubicBezTo>
                    <a:pt x="489971" y="123155"/>
                    <a:pt x="754445" y="141319"/>
                    <a:pt x="906364" y="315645"/>
                  </a:cubicBezTo>
                  <a:close/>
                </a:path>
              </a:pathLst>
            </a:custGeom>
            <a:gradFill>
              <a:gsLst>
                <a:gs pos="88000">
                  <a:schemeClr val="accent1">
                    <a:lumMod val="75000"/>
                  </a:schemeClr>
                </a:gs>
                <a:gs pos="0">
                  <a:schemeClr val="accent2">
                    <a:lumMod val="75000"/>
                  </a:schemeClr>
                </a:gs>
              </a:gsLst>
              <a:lin ang="5400000" scaled="1"/>
            </a:gradFill>
            <a:ln w="11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10185312" y="5260867"/>
              <a:ext cx="1560970" cy="832791"/>
              <a:chOff x="10185312" y="5260867"/>
              <a:chExt cx="1560970" cy="832791"/>
            </a:xfrm>
            <a:effectLst>
              <a:glow rad="101600">
                <a:schemeClr val="accent2">
                  <a:lumMod val="60000"/>
                  <a:lumOff val="40000"/>
                  <a:alpha val="28000"/>
                </a:schemeClr>
              </a:glow>
            </a:effectLst>
          </p:grpSpPr>
          <p:sp>
            <p:nvSpPr>
              <p:cNvPr id="38" name="任意多边形: 形状 37"/>
              <p:cNvSpPr/>
              <p:nvPr/>
            </p:nvSpPr>
            <p:spPr>
              <a:xfrm>
                <a:off x="10609190" y="5260984"/>
                <a:ext cx="774035" cy="832674"/>
              </a:xfrm>
              <a:custGeom>
                <a:avLst/>
                <a:gdLst>
                  <a:gd name="connsiteX0" fmla="*/ 778726 w 774035"/>
                  <a:gd name="connsiteY0" fmla="*/ 479473 h 832674"/>
                  <a:gd name="connsiteX1" fmla="*/ 424547 w 774035"/>
                  <a:gd name="connsiteY1" fmla="*/ 4497 h 832674"/>
                  <a:gd name="connsiteX2" fmla="*/ 39875 w 774035"/>
                  <a:gd name="connsiteY2" fmla="*/ 154613 h 832674"/>
                  <a:gd name="connsiteX3" fmla="*/ 55121 w 774035"/>
                  <a:gd name="connsiteY3" fmla="*/ 214425 h 832674"/>
                  <a:gd name="connsiteX4" fmla="*/ 123142 w 774035"/>
                  <a:gd name="connsiteY4" fmla="*/ 266027 h 832674"/>
                  <a:gd name="connsiteX5" fmla="*/ 372944 w 774035"/>
                  <a:gd name="connsiteY5" fmla="*/ 294174 h 832674"/>
                  <a:gd name="connsiteX6" fmla="*/ 565280 w 774035"/>
                  <a:gd name="connsiteY6" fmla="*/ 377442 h 832674"/>
                  <a:gd name="connsiteX7" fmla="*/ 650893 w 774035"/>
                  <a:gd name="connsiteY7" fmla="*/ 565086 h 832674"/>
                  <a:gd name="connsiteX8" fmla="*/ 542997 w 774035"/>
                  <a:gd name="connsiteY8" fmla="*/ 736312 h 832674"/>
                  <a:gd name="connsiteX9" fmla="*/ 431583 w 774035"/>
                  <a:gd name="connsiteY9" fmla="*/ 753904 h 832674"/>
                  <a:gd name="connsiteX10" fmla="*/ 31665 w 774035"/>
                  <a:gd name="connsiteY10" fmla="*/ 627244 h 832674"/>
                  <a:gd name="connsiteX11" fmla="*/ 0 w 774035"/>
                  <a:gd name="connsiteY11" fmla="*/ 622553 h 832674"/>
                  <a:gd name="connsiteX12" fmla="*/ 304923 w 774035"/>
                  <a:gd name="connsiteY12" fmla="*/ 833653 h 832674"/>
                  <a:gd name="connsiteX13" fmla="*/ 778726 w 774035"/>
                  <a:gd name="connsiteY13" fmla="*/ 479473 h 832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74035" h="832674">
                    <a:moveTo>
                      <a:pt x="778726" y="479473"/>
                    </a:moveTo>
                    <a:cubicBezTo>
                      <a:pt x="811564" y="250781"/>
                      <a:pt x="653239" y="38508"/>
                      <a:pt x="424547" y="4497"/>
                    </a:cubicBezTo>
                    <a:cubicBezTo>
                      <a:pt x="273258" y="-17785"/>
                      <a:pt x="130179" y="44372"/>
                      <a:pt x="39875" y="154613"/>
                    </a:cubicBezTo>
                    <a:cubicBezTo>
                      <a:pt x="39875" y="175723"/>
                      <a:pt x="43393" y="196833"/>
                      <a:pt x="55121" y="214425"/>
                    </a:cubicBezTo>
                    <a:cubicBezTo>
                      <a:pt x="70367" y="239053"/>
                      <a:pt x="96168" y="255472"/>
                      <a:pt x="123142" y="266027"/>
                    </a:cubicBezTo>
                    <a:cubicBezTo>
                      <a:pt x="201718" y="296520"/>
                      <a:pt x="289677" y="283619"/>
                      <a:pt x="372944" y="294174"/>
                    </a:cubicBezTo>
                    <a:cubicBezTo>
                      <a:pt x="443311" y="303556"/>
                      <a:pt x="512505" y="329358"/>
                      <a:pt x="565280" y="377442"/>
                    </a:cubicBezTo>
                    <a:cubicBezTo>
                      <a:pt x="618055" y="424353"/>
                      <a:pt x="653239" y="494720"/>
                      <a:pt x="650893" y="565086"/>
                    </a:cubicBezTo>
                    <a:cubicBezTo>
                      <a:pt x="648548" y="636626"/>
                      <a:pt x="607500" y="706993"/>
                      <a:pt x="542997" y="736312"/>
                    </a:cubicBezTo>
                    <a:cubicBezTo>
                      <a:pt x="507814" y="751558"/>
                      <a:pt x="469112" y="756250"/>
                      <a:pt x="431583" y="753904"/>
                    </a:cubicBezTo>
                    <a:cubicBezTo>
                      <a:pt x="290850" y="744522"/>
                      <a:pt x="168880" y="656563"/>
                      <a:pt x="31665" y="627244"/>
                    </a:cubicBezTo>
                    <a:cubicBezTo>
                      <a:pt x="21110" y="624898"/>
                      <a:pt x="10555" y="623725"/>
                      <a:pt x="0" y="622553"/>
                    </a:cubicBezTo>
                    <a:cubicBezTo>
                      <a:pt x="60985" y="732794"/>
                      <a:pt x="171226" y="813716"/>
                      <a:pt x="304923" y="833653"/>
                    </a:cubicBezTo>
                    <a:cubicBezTo>
                      <a:pt x="532442" y="866491"/>
                      <a:pt x="745888" y="708166"/>
                      <a:pt x="778726" y="479473"/>
                    </a:cubicBezTo>
                    <a:close/>
                  </a:path>
                </a:pathLst>
              </a:custGeom>
              <a:gradFill>
                <a:gsLst>
                  <a:gs pos="88000">
                    <a:schemeClr val="accent2">
                      <a:lumMod val="75000"/>
                    </a:schemeClr>
                  </a:gs>
                  <a:gs pos="0">
                    <a:schemeClr val="accent2"/>
                  </a:gs>
                </a:gsLst>
                <a:lin ang="5400000" scaled="1"/>
              </a:gradFill>
              <a:ln w="116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/>
            </p:nvSpPr>
            <p:spPr>
              <a:xfrm>
                <a:off x="10742003" y="5260867"/>
                <a:ext cx="633302" cy="316651"/>
              </a:xfrm>
              <a:custGeom>
                <a:avLst/>
                <a:gdLst>
                  <a:gd name="connsiteX0" fmla="*/ 292022 w 633301"/>
                  <a:gd name="connsiteY0" fmla="*/ 4325 h 316650"/>
                  <a:gd name="connsiteX1" fmla="*/ 0 w 633301"/>
                  <a:gd name="connsiteY1" fmla="*/ 70001 h 316650"/>
                  <a:gd name="connsiteX2" fmla="*/ 34011 w 633301"/>
                  <a:gd name="connsiteY2" fmla="*/ 123949 h 316650"/>
                  <a:gd name="connsiteX3" fmla="*/ 194682 w 633301"/>
                  <a:gd name="connsiteY3" fmla="*/ 208389 h 316650"/>
                  <a:gd name="connsiteX4" fmla="*/ 299059 w 633301"/>
                  <a:gd name="connsiteY4" fmla="*/ 188452 h 316650"/>
                  <a:gd name="connsiteX5" fmla="*/ 627438 w 633301"/>
                  <a:gd name="connsiteY5" fmla="*/ 303384 h 316650"/>
                  <a:gd name="connsiteX6" fmla="*/ 641511 w 633301"/>
                  <a:gd name="connsiteY6" fmla="*/ 326840 h 316650"/>
                  <a:gd name="connsiteX7" fmla="*/ 292022 w 633301"/>
                  <a:gd name="connsiteY7" fmla="*/ 4325 h 31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3301" h="316650">
                    <a:moveTo>
                      <a:pt x="292022" y="4325"/>
                    </a:moveTo>
                    <a:cubicBezTo>
                      <a:pt x="186472" y="-10921"/>
                      <a:pt x="83267" y="14880"/>
                      <a:pt x="0" y="70001"/>
                    </a:cubicBezTo>
                    <a:cubicBezTo>
                      <a:pt x="9382" y="88766"/>
                      <a:pt x="21110" y="107530"/>
                      <a:pt x="34011" y="123949"/>
                    </a:cubicBezTo>
                    <a:cubicBezTo>
                      <a:pt x="72712" y="173206"/>
                      <a:pt x="132524" y="209562"/>
                      <a:pt x="194682" y="208389"/>
                    </a:cubicBezTo>
                    <a:cubicBezTo>
                      <a:pt x="229865" y="208389"/>
                      <a:pt x="263876" y="196661"/>
                      <a:pt x="299059" y="188452"/>
                    </a:cubicBezTo>
                    <a:cubicBezTo>
                      <a:pt x="419855" y="162651"/>
                      <a:pt x="560589" y="200180"/>
                      <a:pt x="627438" y="303384"/>
                    </a:cubicBezTo>
                    <a:cubicBezTo>
                      <a:pt x="632129" y="310421"/>
                      <a:pt x="636820" y="318631"/>
                      <a:pt x="641511" y="326840"/>
                    </a:cubicBezTo>
                    <a:cubicBezTo>
                      <a:pt x="603982" y="162651"/>
                      <a:pt x="469112" y="30127"/>
                      <a:pt x="292022" y="4325"/>
                    </a:cubicBezTo>
                    <a:close/>
                  </a:path>
                </a:pathLst>
              </a:custGeom>
              <a:gradFill>
                <a:gsLst>
                  <a:gs pos="56000">
                    <a:schemeClr val="accent2">
                      <a:lumMod val="75000"/>
                    </a:schemeClr>
                  </a:gs>
                  <a:gs pos="0">
                    <a:schemeClr val="accent2"/>
                  </a:gs>
                </a:gsLst>
                <a:lin ang="5400000" scaled="1"/>
              </a:gradFill>
              <a:ln w="116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/>
              <p:cNvSpPr/>
              <p:nvPr/>
            </p:nvSpPr>
            <p:spPr>
              <a:xfrm>
                <a:off x="10185312" y="5495346"/>
                <a:ext cx="1559798" cy="422201"/>
              </a:xfrm>
              <a:custGeom>
                <a:avLst/>
                <a:gdLst>
                  <a:gd name="connsiteX0" fmla="*/ 1250688 w 1559798"/>
                  <a:gd name="connsiteY0" fmla="*/ 132524 h 422200"/>
                  <a:gd name="connsiteX1" fmla="*/ 1201432 w 1559798"/>
                  <a:gd name="connsiteY1" fmla="*/ 114932 h 422200"/>
                  <a:gd name="connsiteX2" fmla="*/ 1204950 w 1559798"/>
                  <a:gd name="connsiteY2" fmla="*/ 228692 h 422200"/>
                  <a:gd name="connsiteX3" fmla="*/ 1335129 w 1559798"/>
                  <a:gd name="connsiteY3" fmla="*/ 294368 h 422200"/>
                  <a:gd name="connsiteX4" fmla="*/ 1167421 w 1559798"/>
                  <a:gd name="connsiteY4" fmla="*/ 321342 h 422200"/>
                  <a:gd name="connsiteX5" fmla="*/ 772194 w 1559798"/>
                  <a:gd name="connsiteY5" fmla="*/ 296713 h 422200"/>
                  <a:gd name="connsiteX6" fmla="*/ 386349 w 1559798"/>
                  <a:gd name="connsiteY6" fmla="*/ 207582 h 422200"/>
                  <a:gd name="connsiteX7" fmla="*/ 233888 w 1559798"/>
                  <a:gd name="connsiteY7" fmla="*/ 133697 h 422200"/>
                  <a:gd name="connsiteX8" fmla="*/ 378140 w 1559798"/>
                  <a:gd name="connsiteY8" fmla="*/ 107896 h 422200"/>
                  <a:gd name="connsiteX9" fmla="*/ 413323 w 1559798"/>
                  <a:gd name="connsiteY9" fmla="*/ 0 h 422200"/>
                  <a:gd name="connsiteX10" fmla="*/ 361721 w 1559798"/>
                  <a:gd name="connsiteY10" fmla="*/ 2346 h 422200"/>
                  <a:gd name="connsiteX11" fmla="*/ 504 w 1559798"/>
                  <a:gd name="connsiteY11" fmla="*/ 100859 h 422200"/>
                  <a:gd name="connsiteX12" fmla="*/ 317155 w 1559798"/>
                  <a:gd name="connsiteY12" fmla="*/ 297886 h 422200"/>
                  <a:gd name="connsiteX13" fmla="*/ 755775 w 1559798"/>
                  <a:gd name="connsiteY13" fmla="*/ 403436 h 422200"/>
                  <a:gd name="connsiteX14" fmla="*/ 1206123 w 1559798"/>
                  <a:gd name="connsiteY14" fmla="*/ 428065 h 422200"/>
                  <a:gd name="connsiteX15" fmla="*/ 1566166 w 1559798"/>
                  <a:gd name="connsiteY15" fmla="*/ 330724 h 422200"/>
                  <a:gd name="connsiteX16" fmla="*/ 1250688 w 1559798"/>
                  <a:gd name="connsiteY16" fmla="*/ 132524 h 422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59798" h="422200">
                    <a:moveTo>
                      <a:pt x="1250688" y="132524"/>
                    </a:moveTo>
                    <a:cubicBezTo>
                      <a:pt x="1235442" y="126660"/>
                      <a:pt x="1219023" y="120796"/>
                      <a:pt x="1201432" y="114932"/>
                    </a:cubicBezTo>
                    <a:cubicBezTo>
                      <a:pt x="1207296" y="151289"/>
                      <a:pt x="1208468" y="189990"/>
                      <a:pt x="1204950" y="228692"/>
                    </a:cubicBezTo>
                    <a:cubicBezTo>
                      <a:pt x="1280008" y="256839"/>
                      <a:pt x="1318710" y="280295"/>
                      <a:pt x="1335129" y="294368"/>
                    </a:cubicBezTo>
                    <a:cubicBezTo>
                      <a:pt x="1312846" y="303750"/>
                      <a:pt x="1263589" y="317823"/>
                      <a:pt x="1167421" y="321342"/>
                    </a:cubicBezTo>
                    <a:cubicBezTo>
                      <a:pt x="1056007" y="327206"/>
                      <a:pt x="915273" y="317823"/>
                      <a:pt x="772194" y="296713"/>
                    </a:cubicBezTo>
                    <a:cubicBezTo>
                      <a:pt x="627942" y="275603"/>
                      <a:pt x="490727" y="243938"/>
                      <a:pt x="386349" y="207582"/>
                    </a:cubicBezTo>
                    <a:cubicBezTo>
                      <a:pt x="296045" y="175917"/>
                      <a:pt x="251479" y="148943"/>
                      <a:pt x="233888" y="133697"/>
                    </a:cubicBezTo>
                    <a:cubicBezTo>
                      <a:pt x="253825" y="124315"/>
                      <a:pt x="297218" y="112587"/>
                      <a:pt x="378140" y="107896"/>
                    </a:cubicBezTo>
                    <a:cubicBezTo>
                      <a:pt x="385176" y="69194"/>
                      <a:pt x="396904" y="32838"/>
                      <a:pt x="413323" y="0"/>
                    </a:cubicBezTo>
                    <a:cubicBezTo>
                      <a:pt x="395731" y="0"/>
                      <a:pt x="378140" y="1173"/>
                      <a:pt x="361721" y="2346"/>
                    </a:cubicBezTo>
                    <a:cubicBezTo>
                      <a:pt x="263207" y="9382"/>
                      <a:pt x="13405" y="11728"/>
                      <a:pt x="504" y="100859"/>
                    </a:cubicBezTo>
                    <a:cubicBezTo>
                      <a:pt x="-12396" y="188818"/>
                      <a:pt x="225678" y="262703"/>
                      <a:pt x="317155" y="297886"/>
                    </a:cubicBezTo>
                    <a:cubicBezTo>
                      <a:pt x="433260" y="341279"/>
                      <a:pt x="588067" y="378808"/>
                      <a:pt x="755775" y="403436"/>
                    </a:cubicBezTo>
                    <a:cubicBezTo>
                      <a:pt x="923483" y="428065"/>
                      <a:pt x="1082981" y="436274"/>
                      <a:pt x="1206123" y="428065"/>
                    </a:cubicBezTo>
                    <a:cubicBezTo>
                      <a:pt x="1303464" y="421028"/>
                      <a:pt x="1553266" y="418683"/>
                      <a:pt x="1566166" y="330724"/>
                    </a:cubicBezTo>
                    <a:cubicBezTo>
                      <a:pt x="1580240" y="240420"/>
                      <a:pt x="1342165" y="167708"/>
                      <a:pt x="1250688" y="132524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bg1">
                      <a:alpha val="50000"/>
                    </a:schemeClr>
                  </a:gs>
                  <a:gs pos="0">
                    <a:schemeClr val="bg1">
                      <a:alpha val="50000"/>
                    </a:schemeClr>
                  </a:gs>
                </a:gsLst>
                <a:lin ang="16200000" scaled="1"/>
                <a:tileRect/>
              </a:gradFill>
              <a:ln w="116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/>
            </p:nvSpPr>
            <p:spPr>
              <a:xfrm>
                <a:off x="10186484" y="5552812"/>
                <a:ext cx="1559798" cy="363562"/>
              </a:xfrm>
              <a:custGeom>
                <a:avLst/>
                <a:gdLst>
                  <a:gd name="connsiteX0" fmla="*/ 1548575 w 1559798"/>
                  <a:gd name="connsiteY0" fmla="*/ 222828 h 363561"/>
                  <a:gd name="connsiteX1" fmla="*/ 1548575 w 1559798"/>
                  <a:gd name="connsiteY1" fmla="*/ 227519 h 363561"/>
                  <a:gd name="connsiteX2" fmla="*/ 1200259 w 1559798"/>
                  <a:gd name="connsiteY2" fmla="*/ 322515 h 363561"/>
                  <a:gd name="connsiteX3" fmla="*/ 762812 w 1559798"/>
                  <a:gd name="connsiteY3" fmla="*/ 299059 h 363561"/>
                  <a:gd name="connsiteX4" fmla="*/ 337092 w 1559798"/>
                  <a:gd name="connsiteY4" fmla="*/ 195854 h 363561"/>
                  <a:gd name="connsiteX5" fmla="*/ 29824 w 1559798"/>
                  <a:gd name="connsiteY5" fmla="*/ 4691 h 363561"/>
                  <a:gd name="connsiteX6" fmla="*/ 30997 w 1559798"/>
                  <a:gd name="connsiteY6" fmla="*/ 0 h 363561"/>
                  <a:gd name="connsiteX7" fmla="*/ 504 w 1559798"/>
                  <a:gd name="connsiteY7" fmla="*/ 42220 h 363561"/>
                  <a:gd name="connsiteX8" fmla="*/ 317155 w 1559798"/>
                  <a:gd name="connsiteY8" fmla="*/ 239247 h 363561"/>
                  <a:gd name="connsiteX9" fmla="*/ 755775 w 1559798"/>
                  <a:gd name="connsiteY9" fmla="*/ 344797 h 363561"/>
                  <a:gd name="connsiteX10" fmla="*/ 1206123 w 1559798"/>
                  <a:gd name="connsiteY10" fmla="*/ 369426 h 363561"/>
                  <a:gd name="connsiteX11" fmla="*/ 1566167 w 1559798"/>
                  <a:gd name="connsiteY11" fmla="*/ 272085 h 363561"/>
                  <a:gd name="connsiteX12" fmla="*/ 1548575 w 1559798"/>
                  <a:gd name="connsiteY12" fmla="*/ 222828 h 363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59798" h="363561">
                    <a:moveTo>
                      <a:pt x="1548575" y="222828"/>
                    </a:moveTo>
                    <a:cubicBezTo>
                      <a:pt x="1548575" y="224001"/>
                      <a:pt x="1548575" y="225174"/>
                      <a:pt x="1548575" y="227519"/>
                    </a:cubicBezTo>
                    <a:cubicBezTo>
                      <a:pt x="1535674" y="313132"/>
                      <a:pt x="1295254" y="315478"/>
                      <a:pt x="1200259" y="322515"/>
                    </a:cubicBezTo>
                    <a:cubicBezTo>
                      <a:pt x="1080635" y="330724"/>
                      <a:pt x="925828" y="322515"/>
                      <a:pt x="762812" y="299059"/>
                    </a:cubicBezTo>
                    <a:cubicBezTo>
                      <a:pt x="600968" y="275603"/>
                      <a:pt x="449679" y="239247"/>
                      <a:pt x="337092" y="195854"/>
                    </a:cubicBezTo>
                    <a:cubicBezTo>
                      <a:pt x="247961" y="161844"/>
                      <a:pt x="18096" y="90304"/>
                      <a:pt x="29824" y="4691"/>
                    </a:cubicBezTo>
                    <a:cubicBezTo>
                      <a:pt x="29824" y="3518"/>
                      <a:pt x="30997" y="2346"/>
                      <a:pt x="30997" y="0"/>
                    </a:cubicBezTo>
                    <a:cubicBezTo>
                      <a:pt x="14578" y="11728"/>
                      <a:pt x="2850" y="24628"/>
                      <a:pt x="504" y="42220"/>
                    </a:cubicBezTo>
                    <a:cubicBezTo>
                      <a:pt x="-12396" y="130179"/>
                      <a:pt x="225678" y="204064"/>
                      <a:pt x="317155" y="239247"/>
                    </a:cubicBezTo>
                    <a:cubicBezTo>
                      <a:pt x="433260" y="282640"/>
                      <a:pt x="588067" y="320169"/>
                      <a:pt x="755775" y="344797"/>
                    </a:cubicBezTo>
                    <a:cubicBezTo>
                      <a:pt x="923483" y="369426"/>
                      <a:pt x="1082981" y="377635"/>
                      <a:pt x="1206123" y="369426"/>
                    </a:cubicBezTo>
                    <a:cubicBezTo>
                      <a:pt x="1303464" y="362389"/>
                      <a:pt x="1553266" y="360044"/>
                      <a:pt x="1566167" y="272085"/>
                    </a:cubicBezTo>
                    <a:cubicBezTo>
                      <a:pt x="1568512" y="254493"/>
                      <a:pt x="1561475" y="238074"/>
                      <a:pt x="1548575" y="222828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50000"/>
                    </a:schemeClr>
                  </a:gs>
                  <a:gs pos="0">
                    <a:schemeClr val="bg1">
                      <a:alpha val="50000"/>
                    </a:schemeClr>
                  </a:gs>
                </a:gsLst>
                <a:lin ang="16200000" scaled="1"/>
              </a:gradFill>
              <a:ln w="116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37" name="任意多边形: 形状 36"/>
            <p:cNvSpPr/>
            <p:nvPr/>
          </p:nvSpPr>
          <p:spPr>
            <a:xfrm>
              <a:off x="7090192" y="3093283"/>
              <a:ext cx="124372" cy="124371"/>
            </a:xfrm>
            <a:custGeom>
              <a:avLst/>
              <a:gdLst>
                <a:gd name="connsiteX0" fmla="*/ 82153 w 85725"/>
                <a:gd name="connsiteY0" fmla="*/ 37386 h 85725"/>
                <a:gd name="connsiteX1" fmla="*/ 68818 w 85725"/>
                <a:gd name="connsiteY1" fmla="*/ 35481 h 85725"/>
                <a:gd name="connsiteX2" fmla="*/ 51673 w 85725"/>
                <a:gd name="connsiteY2" fmla="*/ 18336 h 85725"/>
                <a:gd name="connsiteX3" fmla="*/ 49768 w 85725"/>
                <a:gd name="connsiteY3" fmla="*/ 5001 h 85725"/>
                <a:gd name="connsiteX4" fmla="*/ 37386 w 85725"/>
                <a:gd name="connsiteY4" fmla="*/ 5001 h 85725"/>
                <a:gd name="connsiteX5" fmla="*/ 35481 w 85725"/>
                <a:gd name="connsiteY5" fmla="*/ 18336 h 85725"/>
                <a:gd name="connsiteX6" fmla="*/ 18336 w 85725"/>
                <a:gd name="connsiteY6" fmla="*/ 35481 h 85725"/>
                <a:gd name="connsiteX7" fmla="*/ 5001 w 85725"/>
                <a:gd name="connsiteY7" fmla="*/ 37386 h 85725"/>
                <a:gd name="connsiteX8" fmla="*/ 5001 w 85725"/>
                <a:gd name="connsiteY8" fmla="*/ 49768 h 85725"/>
                <a:gd name="connsiteX9" fmla="*/ 18336 w 85725"/>
                <a:gd name="connsiteY9" fmla="*/ 51673 h 85725"/>
                <a:gd name="connsiteX10" fmla="*/ 35481 w 85725"/>
                <a:gd name="connsiteY10" fmla="*/ 68818 h 85725"/>
                <a:gd name="connsiteX11" fmla="*/ 37386 w 85725"/>
                <a:gd name="connsiteY11" fmla="*/ 82153 h 85725"/>
                <a:gd name="connsiteX12" fmla="*/ 49768 w 85725"/>
                <a:gd name="connsiteY12" fmla="*/ 82153 h 85725"/>
                <a:gd name="connsiteX13" fmla="*/ 51673 w 85725"/>
                <a:gd name="connsiteY13" fmla="*/ 68818 h 85725"/>
                <a:gd name="connsiteX14" fmla="*/ 68818 w 85725"/>
                <a:gd name="connsiteY14" fmla="*/ 51673 h 85725"/>
                <a:gd name="connsiteX15" fmla="*/ 82153 w 85725"/>
                <a:gd name="connsiteY15" fmla="*/ 49768 h 85725"/>
                <a:gd name="connsiteX16" fmla="*/ 82153 w 85725"/>
                <a:gd name="connsiteY16" fmla="*/ 3738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725" h="85725">
                  <a:moveTo>
                    <a:pt x="82153" y="37386"/>
                  </a:moveTo>
                  <a:lnTo>
                    <a:pt x="68818" y="35481"/>
                  </a:lnTo>
                  <a:cubicBezTo>
                    <a:pt x="60246" y="34528"/>
                    <a:pt x="52626" y="26908"/>
                    <a:pt x="51673" y="18336"/>
                  </a:cubicBezTo>
                  <a:lnTo>
                    <a:pt x="49768" y="5001"/>
                  </a:lnTo>
                  <a:cubicBezTo>
                    <a:pt x="48816" y="-1667"/>
                    <a:pt x="38338" y="-1667"/>
                    <a:pt x="37386" y="5001"/>
                  </a:cubicBezTo>
                  <a:lnTo>
                    <a:pt x="35481" y="18336"/>
                  </a:lnTo>
                  <a:cubicBezTo>
                    <a:pt x="34528" y="26908"/>
                    <a:pt x="26908" y="34528"/>
                    <a:pt x="18336" y="35481"/>
                  </a:cubicBezTo>
                  <a:lnTo>
                    <a:pt x="5001" y="37386"/>
                  </a:lnTo>
                  <a:cubicBezTo>
                    <a:pt x="-1667" y="38338"/>
                    <a:pt x="-1667" y="48816"/>
                    <a:pt x="5001" y="49768"/>
                  </a:cubicBezTo>
                  <a:lnTo>
                    <a:pt x="18336" y="51673"/>
                  </a:lnTo>
                  <a:cubicBezTo>
                    <a:pt x="26908" y="52626"/>
                    <a:pt x="34528" y="60246"/>
                    <a:pt x="35481" y="68818"/>
                  </a:cubicBezTo>
                  <a:lnTo>
                    <a:pt x="37386" y="82153"/>
                  </a:lnTo>
                  <a:cubicBezTo>
                    <a:pt x="38338" y="88821"/>
                    <a:pt x="48816" y="88821"/>
                    <a:pt x="49768" y="82153"/>
                  </a:cubicBezTo>
                  <a:lnTo>
                    <a:pt x="51673" y="68818"/>
                  </a:lnTo>
                  <a:cubicBezTo>
                    <a:pt x="52626" y="60246"/>
                    <a:pt x="60246" y="52626"/>
                    <a:pt x="68818" y="51673"/>
                  </a:cubicBezTo>
                  <a:lnTo>
                    <a:pt x="82153" y="49768"/>
                  </a:lnTo>
                  <a:cubicBezTo>
                    <a:pt x="88821" y="48816"/>
                    <a:pt x="88821" y="38338"/>
                    <a:pt x="82153" y="37386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083300" y="1916772"/>
            <a:ext cx="5435600" cy="2057150"/>
          </a:xfrm>
        </p:spPr>
        <p:txBody>
          <a:bodyPr anchor="b">
            <a:normAutofit/>
          </a:bodyPr>
          <a:lstStyle>
            <a:lvl1pPr algn="r">
              <a:defRPr sz="36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3300" y="3973921"/>
            <a:ext cx="5435600" cy="519250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6/11/2025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5592-9C3F-48AB-9A3F-F2A64B129A6F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27600" y="5031"/>
            <a:ext cx="7264400" cy="6852969"/>
            <a:chOff x="4927600" y="5031"/>
            <a:chExt cx="7264400" cy="6852969"/>
          </a:xfrm>
        </p:grpSpPr>
        <p:sp>
          <p:nvSpPr>
            <p:cNvPr id="6" name="任意多边形: 形状 5"/>
            <p:cNvSpPr/>
            <p:nvPr/>
          </p:nvSpPr>
          <p:spPr>
            <a:xfrm>
              <a:off x="4927600" y="5031"/>
              <a:ext cx="7264400" cy="6852969"/>
            </a:xfrm>
            <a:custGeom>
              <a:avLst/>
              <a:gdLst>
                <a:gd name="connsiteX0" fmla="*/ 2667953 w 3724275"/>
                <a:gd name="connsiteY0" fmla="*/ 221933 h 4762500"/>
                <a:gd name="connsiteX1" fmla="*/ 2223135 w 3724275"/>
                <a:gd name="connsiteY1" fmla="*/ 973455 h 4762500"/>
                <a:gd name="connsiteX2" fmla="*/ 1356360 w 3724275"/>
                <a:gd name="connsiteY2" fmla="*/ 1298258 h 4762500"/>
                <a:gd name="connsiteX3" fmla="*/ 667703 w 3724275"/>
                <a:gd name="connsiteY3" fmla="*/ 1876425 h 4762500"/>
                <a:gd name="connsiteX4" fmla="*/ 751523 w 3724275"/>
                <a:gd name="connsiteY4" fmla="*/ 3155633 h 4762500"/>
                <a:gd name="connsiteX5" fmla="*/ 140970 w 3724275"/>
                <a:gd name="connsiteY5" fmla="*/ 4468178 h 4762500"/>
                <a:gd name="connsiteX6" fmla="*/ 0 w 3724275"/>
                <a:gd name="connsiteY6" fmla="*/ 4762500 h 4762500"/>
                <a:gd name="connsiteX7" fmla="*/ 3728085 w 3724275"/>
                <a:gd name="connsiteY7" fmla="*/ 4762500 h 4762500"/>
                <a:gd name="connsiteX8" fmla="*/ 3728085 w 3724275"/>
                <a:gd name="connsiteY8" fmla="*/ 0 h 4762500"/>
                <a:gd name="connsiteX9" fmla="*/ 2589848 w 3724275"/>
                <a:gd name="connsiteY9" fmla="*/ 0 h 4762500"/>
                <a:gd name="connsiteX10" fmla="*/ 2667953 w 3724275"/>
                <a:gd name="connsiteY10" fmla="*/ 221933 h 476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4275" h="4762500">
                  <a:moveTo>
                    <a:pt x="2667953" y="221933"/>
                  </a:moveTo>
                  <a:cubicBezTo>
                    <a:pt x="2712720" y="527685"/>
                    <a:pt x="2489835" y="817245"/>
                    <a:pt x="2223135" y="973455"/>
                  </a:cubicBezTo>
                  <a:cubicBezTo>
                    <a:pt x="1956435" y="1129665"/>
                    <a:pt x="1645920" y="1189673"/>
                    <a:pt x="1356360" y="1298258"/>
                  </a:cubicBezTo>
                  <a:cubicBezTo>
                    <a:pt x="1066800" y="1406843"/>
                    <a:pt x="776288" y="1586865"/>
                    <a:pt x="667703" y="1876425"/>
                  </a:cubicBezTo>
                  <a:cubicBezTo>
                    <a:pt x="515303" y="2281238"/>
                    <a:pt x="765810" y="2724150"/>
                    <a:pt x="751523" y="3155633"/>
                  </a:cubicBezTo>
                  <a:cubicBezTo>
                    <a:pt x="734378" y="3644265"/>
                    <a:pt x="386715" y="4046220"/>
                    <a:pt x="140970" y="4468178"/>
                  </a:cubicBezTo>
                  <a:cubicBezTo>
                    <a:pt x="86678" y="4559618"/>
                    <a:pt x="39053" y="4658678"/>
                    <a:pt x="0" y="4762500"/>
                  </a:cubicBezTo>
                  <a:lnTo>
                    <a:pt x="3728085" y="4762500"/>
                  </a:lnTo>
                  <a:lnTo>
                    <a:pt x="3728085" y="0"/>
                  </a:lnTo>
                  <a:lnTo>
                    <a:pt x="2589848" y="0"/>
                  </a:lnTo>
                  <a:cubicBezTo>
                    <a:pt x="2627948" y="69533"/>
                    <a:pt x="2655570" y="142875"/>
                    <a:pt x="2667953" y="22193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6133719" y="2220948"/>
              <a:ext cx="6056763" cy="3070130"/>
            </a:xfrm>
            <a:custGeom>
              <a:avLst/>
              <a:gdLst>
                <a:gd name="connsiteX0" fmla="*/ 3109738 w 3105150"/>
                <a:gd name="connsiteY0" fmla="*/ 29759 h 2133600"/>
                <a:gd name="connsiteX1" fmla="*/ 2096278 w 3105150"/>
                <a:gd name="connsiteY1" fmla="*/ 75479 h 2133600"/>
                <a:gd name="connsiteX2" fmla="*/ 1303798 w 3105150"/>
                <a:gd name="connsiteY2" fmla="*/ 301221 h 2133600"/>
                <a:gd name="connsiteX3" fmla="*/ 583708 w 3105150"/>
                <a:gd name="connsiteY3" fmla="*/ 296459 h 2133600"/>
                <a:gd name="connsiteX4" fmla="*/ 147463 w 3105150"/>
                <a:gd name="connsiteY4" fmla="*/ 159299 h 2133600"/>
                <a:gd name="connsiteX5" fmla="*/ 49356 w 3105150"/>
                <a:gd name="connsiteY5" fmla="*/ 337416 h 2133600"/>
                <a:gd name="connsiteX6" fmla="*/ 133176 w 3105150"/>
                <a:gd name="connsiteY6" fmla="*/ 1616624 h 2133600"/>
                <a:gd name="connsiteX7" fmla="*/ 96981 w 3105150"/>
                <a:gd name="connsiteY7" fmla="*/ 1862369 h 2133600"/>
                <a:gd name="connsiteX8" fmla="*/ 412258 w 3105150"/>
                <a:gd name="connsiteY8" fmla="*/ 1923329 h 2133600"/>
                <a:gd name="connsiteX9" fmla="*/ 2157238 w 3105150"/>
                <a:gd name="connsiteY9" fmla="*/ 1743307 h 2133600"/>
                <a:gd name="connsiteX10" fmla="*/ 2988771 w 3105150"/>
                <a:gd name="connsiteY10" fmla="*/ 2118592 h 2133600"/>
                <a:gd name="connsiteX11" fmla="*/ 3110691 w 3105150"/>
                <a:gd name="connsiteY11" fmla="*/ 2133832 h 2133600"/>
                <a:gd name="connsiteX12" fmla="*/ 3110691 w 3105150"/>
                <a:gd name="connsiteY12" fmla="*/ 29759 h 21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05150" h="2133600">
                  <a:moveTo>
                    <a:pt x="3109738" y="29759"/>
                  </a:moveTo>
                  <a:cubicBezTo>
                    <a:pt x="2773506" y="-21676"/>
                    <a:pt x="2426796" y="-6436"/>
                    <a:pt x="2096278" y="75479"/>
                  </a:cubicBezTo>
                  <a:cubicBezTo>
                    <a:pt x="1829578" y="141201"/>
                    <a:pt x="1573356" y="250739"/>
                    <a:pt x="1303798" y="301221"/>
                  </a:cubicBezTo>
                  <a:cubicBezTo>
                    <a:pt x="1066626" y="345989"/>
                    <a:pt x="820881" y="344084"/>
                    <a:pt x="583708" y="296459"/>
                  </a:cubicBezTo>
                  <a:cubicBezTo>
                    <a:pt x="432261" y="265979"/>
                    <a:pt x="288433" y="218354"/>
                    <a:pt x="147463" y="159299"/>
                  </a:cubicBezTo>
                  <a:cubicBezTo>
                    <a:pt x="107458" y="213591"/>
                    <a:pt x="74121" y="272646"/>
                    <a:pt x="49356" y="337416"/>
                  </a:cubicBezTo>
                  <a:cubicBezTo>
                    <a:pt x="-103044" y="742229"/>
                    <a:pt x="147463" y="1185141"/>
                    <a:pt x="133176" y="1616624"/>
                  </a:cubicBezTo>
                  <a:cubicBezTo>
                    <a:pt x="130318" y="1701396"/>
                    <a:pt x="116983" y="1782359"/>
                    <a:pt x="96981" y="1862369"/>
                  </a:cubicBezTo>
                  <a:cubicBezTo>
                    <a:pt x="199851" y="1892849"/>
                    <a:pt x="304626" y="1915709"/>
                    <a:pt x="412258" y="1923329"/>
                  </a:cubicBezTo>
                  <a:cubicBezTo>
                    <a:pt x="1000903" y="1966191"/>
                    <a:pt x="1591453" y="1573761"/>
                    <a:pt x="2157238" y="1743307"/>
                  </a:cubicBezTo>
                  <a:cubicBezTo>
                    <a:pt x="2449656" y="1830936"/>
                    <a:pt x="2689686" y="2059536"/>
                    <a:pt x="2988771" y="2118592"/>
                  </a:cubicBezTo>
                  <a:cubicBezTo>
                    <a:pt x="3028776" y="2126211"/>
                    <a:pt x="3069733" y="2130974"/>
                    <a:pt x="3110691" y="2133832"/>
                  </a:cubicBezTo>
                  <a:lnTo>
                    <a:pt x="3110691" y="29759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chemeClr val="accent2">
                    <a:lumMod val="7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5559287" y="5452712"/>
              <a:ext cx="6632713" cy="794944"/>
            </a:xfrm>
            <a:custGeom>
              <a:avLst/>
              <a:gdLst>
                <a:gd name="connsiteX0" fmla="*/ 3404235 w 3400425"/>
                <a:gd name="connsiteY0" fmla="*/ 195561 h 552450"/>
                <a:gd name="connsiteX1" fmla="*/ 2930843 w 3400425"/>
                <a:gd name="connsiteY1" fmla="*/ 115551 h 552450"/>
                <a:gd name="connsiteX2" fmla="*/ 2428875 w 3400425"/>
                <a:gd name="connsiteY2" fmla="*/ 245091 h 552450"/>
                <a:gd name="connsiteX3" fmla="*/ 1395413 w 3400425"/>
                <a:gd name="connsiteY3" fmla="*/ 168891 h 552450"/>
                <a:gd name="connsiteX4" fmla="*/ 818198 w 3400425"/>
                <a:gd name="connsiteY4" fmla="*/ 299 h 552450"/>
                <a:gd name="connsiteX5" fmla="*/ 155258 w 3400425"/>
                <a:gd name="connsiteY5" fmla="*/ 142221 h 552450"/>
                <a:gd name="connsiteX6" fmla="*/ 0 w 3400425"/>
                <a:gd name="connsiteY6" fmla="*/ 388919 h 552450"/>
                <a:gd name="connsiteX7" fmla="*/ 322898 w 3400425"/>
                <a:gd name="connsiteY7" fmla="*/ 366059 h 552450"/>
                <a:gd name="connsiteX8" fmla="*/ 1430655 w 3400425"/>
                <a:gd name="connsiteY8" fmla="*/ 425114 h 552450"/>
                <a:gd name="connsiteX9" fmla="*/ 2424113 w 3400425"/>
                <a:gd name="connsiteY9" fmla="*/ 529889 h 552450"/>
                <a:gd name="connsiteX10" fmla="*/ 3404235 w 3400425"/>
                <a:gd name="connsiteY10" fmla="*/ 552749 h 552450"/>
                <a:gd name="connsiteX11" fmla="*/ 3404235 w 3400425"/>
                <a:gd name="connsiteY11" fmla="*/ 195561 h 552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00425" h="552450">
                  <a:moveTo>
                    <a:pt x="3404235" y="195561"/>
                  </a:moveTo>
                  <a:cubicBezTo>
                    <a:pt x="3248025" y="146984"/>
                    <a:pt x="3091815" y="104121"/>
                    <a:pt x="2930843" y="115551"/>
                  </a:cubicBezTo>
                  <a:cubicBezTo>
                    <a:pt x="2757488" y="127934"/>
                    <a:pt x="2596515" y="202229"/>
                    <a:pt x="2428875" y="245091"/>
                  </a:cubicBezTo>
                  <a:cubicBezTo>
                    <a:pt x="2088833" y="332721"/>
                    <a:pt x="1724978" y="288906"/>
                    <a:pt x="1395413" y="168891"/>
                  </a:cubicBezTo>
                  <a:cubicBezTo>
                    <a:pt x="1205865" y="100311"/>
                    <a:pt x="1020128" y="6014"/>
                    <a:pt x="818198" y="299"/>
                  </a:cubicBezTo>
                  <a:cubicBezTo>
                    <a:pt x="591503" y="-6369"/>
                    <a:pt x="378142" y="100311"/>
                    <a:pt x="155258" y="142221"/>
                  </a:cubicBezTo>
                  <a:cubicBezTo>
                    <a:pt x="105727" y="225089"/>
                    <a:pt x="53340" y="307004"/>
                    <a:pt x="0" y="388919"/>
                  </a:cubicBezTo>
                  <a:cubicBezTo>
                    <a:pt x="107632" y="383204"/>
                    <a:pt x="215265" y="372726"/>
                    <a:pt x="322898" y="366059"/>
                  </a:cubicBezTo>
                  <a:cubicBezTo>
                    <a:pt x="692468" y="343199"/>
                    <a:pt x="1063943" y="372726"/>
                    <a:pt x="1430655" y="425114"/>
                  </a:cubicBezTo>
                  <a:cubicBezTo>
                    <a:pt x="1761173" y="471786"/>
                    <a:pt x="2090738" y="536556"/>
                    <a:pt x="2424113" y="529889"/>
                  </a:cubicBezTo>
                  <a:cubicBezTo>
                    <a:pt x="2752725" y="523221"/>
                    <a:pt x="3096578" y="448926"/>
                    <a:pt x="3404235" y="552749"/>
                  </a:cubicBezTo>
                  <a:lnTo>
                    <a:pt x="3404235" y="195561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chemeClr val="accent2">
                    <a:lumMod val="7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10036833" y="435397"/>
              <a:ext cx="2155167" cy="534532"/>
            </a:xfrm>
            <a:custGeom>
              <a:avLst/>
              <a:gdLst>
                <a:gd name="connsiteX0" fmla="*/ 0 w 1104900"/>
                <a:gd name="connsiteY0" fmla="*/ 248603 h 371475"/>
                <a:gd name="connsiteX1" fmla="*/ 1108710 w 1104900"/>
                <a:gd name="connsiteY1" fmla="*/ 379095 h 371475"/>
                <a:gd name="connsiteX2" fmla="*/ 1108710 w 1104900"/>
                <a:gd name="connsiteY2" fmla="*/ 115253 h 371475"/>
                <a:gd name="connsiteX3" fmla="*/ 474345 w 1104900"/>
                <a:gd name="connsiteY3" fmla="*/ 71438 h 371475"/>
                <a:gd name="connsiteX4" fmla="*/ 53340 w 1104900"/>
                <a:gd name="connsiteY4" fmla="*/ 0 h 371475"/>
                <a:gd name="connsiteX5" fmla="*/ 0 w 1104900"/>
                <a:gd name="connsiteY5" fmla="*/ 248603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4900" h="371475">
                  <a:moveTo>
                    <a:pt x="0" y="248603"/>
                  </a:moveTo>
                  <a:cubicBezTo>
                    <a:pt x="383857" y="258128"/>
                    <a:pt x="772478" y="239078"/>
                    <a:pt x="1108710" y="379095"/>
                  </a:cubicBezTo>
                  <a:lnTo>
                    <a:pt x="1108710" y="115253"/>
                  </a:lnTo>
                  <a:cubicBezTo>
                    <a:pt x="905828" y="70485"/>
                    <a:pt x="684847" y="80010"/>
                    <a:pt x="474345" y="71438"/>
                  </a:cubicBezTo>
                  <a:cubicBezTo>
                    <a:pt x="335280" y="65723"/>
                    <a:pt x="186690" y="45720"/>
                    <a:pt x="53340" y="0"/>
                  </a:cubicBezTo>
                  <a:cubicBezTo>
                    <a:pt x="54293" y="86678"/>
                    <a:pt x="34290" y="169545"/>
                    <a:pt x="0" y="248603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chemeClr val="accent2">
                    <a:lumMod val="7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7463638" y="1478883"/>
              <a:ext cx="4719073" cy="424884"/>
            </a:xfrm>
            <a:custGeom>
              <a:avLst/>
              <a:gdLst>
                <a:gd name="connsiteX0" fmla="*/ 1489710 w 2419350"/>
                <a:gd name="connsiteY0" fmla="*/ 265425 h 295275"/>
                <a:gd name="connsiteX1" fmla="*/ 2106930 w 2419350"/>
                <a:gd name="connsiteY1" fmla="*/ 220657 h 295275"/>
                <a:gd name="connsiteX2" fmla="*/ 2427923 w 2419350"/>
                <a:gd name="connsiteY2" fmla="*/ 276855 h 295275"/>
                <a:gd name="connsiteX3" fmla="*/ 2427923 w 2419350"/>
                <a:gd name="connsiteY3" fmla="*/ 11107 h 295275"/>
                <a:gd name="connsiteX4" fmla="*/ 1508760 w 2419350"/>
                <a:gd name="connsiteY4" fmla="*/ 105405 h 295275"/>
                <a:gd name="connsiteX5" fmla="*/ 790575 w 2419350"/>
                <a:gd name="connsiteY5" fmla="*/ 16822 h 295275"/>
                <a:gd name="connsiteX6" fmla="*/ 55245 w 2419350"/>
                <a:gd name="connsiteY6" fmla="*/ 273997 h 295275"/>
                <a:gd name="connsiteX7" fmla="*/ 0 w 2419350"/>
                <a:gd name="connsiteY7" fmla="*/ 295905 h 295275"/>
                <a:gd name="connsiteX8" fmla="*/ 319088 w 2419350"/>
                <a:gd name="connsiteY8" fmla="*/ 300667 h 295275"/>
                <a:gd name="connsiteX9" fmla="*/ 1489710 w 2419350"/>
                <a:gd name="connsiteY9" fmla="*/ 265425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19350" h="295275">
                  <a:moveTo>
                    <a:pt x="1489710" y="265425"/>
                  </a:moveTo>
                  <a:cubicBezTo>
                    <a:pt x="1695450" y="240660"/>
                    <a:pt x="1901190" y="201607"/>
                    <a:pt x="2106930" y="220657"/>
                  </a:cubicBezTo>
                  <a:cubicBezTo>
                    <a:pt x="2215515" y="231135"/>
                    <a:pt x="2321243" y="256852"/>
                    <a:pt x="2427923" y="276855"/>
                  </a:cubicBezTo>
                  <a:lnTo>
                    <a:pt x="2427923" y="11107"/>
                  </a:lnTo>
                  <a:cubicBezTo>
                    <a:pt x="2132648" y="-38423"/>
                    <a:pt x="1817370" y="93022"/>
                    <a:pt x="1508760" y="105405"/>
                  </a:cubicBezTo>
                  <a:cubicBezTo>
                    <a:pt x="1267778" y="114930"/>
                    <a:pt x="1029653" y="51112"/>
                    <a:pt x="790575" y="16822"/>
                  </a:cubicBezTo>
                  <a:cubicBezTo>
                    <a:pt x="556260" y="125407"/>
                    <a:pt x="298133" y="182557"/>
                    <a:pt x="55245" y="273997"/>
                  </a:cubicBezTo>
                  <a:cubicBezTo>
                    <a:pt x="37147" y="280665"/>
                    <a:pt x="18097" y="288285"/>
                    <a:pt x="0" y="295905"/>
                  </a:cubicBezTo>
                  <a:cubicBezTo>
                    <a:pt x="106680" y="297810"/>
                    <a:pt x="212408" y="298762"/>
                    <a:pt x="319088" y="300667"/>
                  </a:cubicBezTo>
                  <a:cubicBezTo>
                    <a:pt x="710565" y="306382"/>
                    <a:pt x="1102043" y="312097"/>
                    <a:pt x="1489710" y="265425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75000"/>
                  </a:schemeClr>
                </a:gs>
                <a:gs pos="0">
                  <a:schemeClr val="accent2">
                    <a:lumMod val="75000"/>
                  </a:schemeClr>
                </a:gs>
              </a:gsLst>
              <a:lin ang="54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4927600" y="1032976"/>
              <a:ext cx="4904863" cy="5825024"/>
            </a:xfrm>
            <a:custGeom>
              <a:avLst/>
              <a:gdLst>
                <a:gd name="connsiteX0" fmla="*/ 578168 w 2514600"/>
                <a:gd name="connsiteY0" fmla="*/ 3919538 h 4048125"/>
                <a:gd name="connsiteX1" fmla="*/ 1050608 w 2514600"/>
                <a:gd name="connsiteY1" fmla="*/ 2551748 h 4048125"/>
                <a:gd name="connsiteX2" fmla="*/ 836295 w 2514600"/>
                <a:gd name="connsiteY2" fmla="*/ 1287780 h 4048125"/>
                <a:gd name="connsiteX3" fmla="*/ 1462088 w 2514600"/>
                <a:gd name="connsiteY3" fmla="*/ 641985 h 4048125"/>
                <a:gd name="connsiteX4" fmla="*/ 2290763 w 2514600"/>
                <a:gd name="connsiteY4" fmla="*/ 229552 h 4048125"/>
                <a:gd name="connsiteX5" fmla="*/ 2520315 w 2514600"/>
                <a:gd name="connsiteY5" fmla="*/ 0 h 4048125"/>
                <a:gd name="connsiteX6" fmla="*/ 2223135 w 2514600"/>
                <a:gd name="connsiteY6" fmla="*/ 259080 h 4048125"/>
                <a:gd name="connsiteX7" fmla="*/ 1356360 w 2514600"/>
                <a:gd name="connsiteY7" fmla="*/ 583883 h 4048125"/>
                <a:gd name="connsiteX8" fmla="*/ 667703 w 2514600"/>
                <a:gd name="connsiteY8" fmla="*/ 1162050 h 4048125"/>
                <a:gd name="connsiteX9" fmla="*/ 751523 w 2514600"/>
                <a:gd name="connsiteY9" fmla="*/ 2441258 h 4048125"/>
                <a:gd name="connsiteX10" fmla="*/ 140970 w 2514600"/>
                <a:gd name="connsiteY10" fmla="*/ 3753803 h 4048125"/>
                <a:gd name="connsiteX11" fmla="*/ 0 w 2514600"/>
                <a:gd name="connsiteY11" fmla="*/ 4048125 h 4048125"/>
                <a:gd name="connsiteX12" fmla="*/ 525780 w 2514600"/>
                <a:gd name="connsiteY12" fmla="*/ 4048125 h 4048125"/>
                <a:gd name="connsiteX13" fmla="*/ 578168 w 2514600"/>
                <a:gd name="connsiteY13" fmla="*/ 3919538 h 40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14600" h="4048125">
                  <a:moveTo>
                    <a:pt x="578168" y="3919538"/>
                  </a:moveTo>
                  <a:cubicBezTo>
                    <a:pt x="780098" y="3474720"/>
                    <a:pt x="1083945" y="3038475"/>
                    <a:pt x="1050608" y="2551748"/>
                  </a:cubicBezTo>
                  <a:cubicBezTo>
                    <a:pt x="1021080" y="2120265"/>
                    <a:pt x="725805" y="1705928"/>
                    <a:pt x="836295" y="1287780"/>
                  </a:cubicBezTo>
                  <a:cubicBezTo>
                    <a:pt x="915353" y="988695"/>
                    <a:pt x="1184910" y="780097"/>
                    <a:pt x="1462088" y="641985"/>
                  </a:cubicBezTo>
                  <a:cubicBezTo>
                    <a:pt x="1738313" y="503873"/>
                    <a:pt x="2041208" y="411480"/>
                    <a:pt x="2290763" y="229552"/>
                  </a:cubicBezTo>
                  <a:cubicBezTo>
                    <a:pt x="2377440" y="166688"/>
                    <a:pt x="2456498" y="87630"/>
                    <a:pt x="2520315" y="0"/>
                  </a:cubicBezTo>
                  <a:cubicBezTo>
                    <a:pt x="2440305" y="103823"/>
                    <a:pt x="2335530" y="193358"/>
                    <a:pt x="2223135" y="259080"/>
                  </a:cubicBezTo>
                  <a:cubicBezTo>
                    <a:pt x="1956435" y="415290"/>
                    <a:pt x="1645920" y="475298"/>
                    <a:pt x="1356360" y="583883"/>
                  </a:cubicBezTo>
                  <a:cubicBezTo>
                    <a:pt x="1066800" y="692468"/>
                    <a:pt x="776288" y="872490"/>
                    <a:pt x="667703" y="1162050"/>
                  </a:cubicBezTo>
                  <a:cubicBezTo>
                    <a:pt x="515303" y="1566863"/>
                    <a:pt x="765810" y="2009775"/>
                    <a:pt x="751523" y="2441258"/>
                  </a:cubicBezTo>
                  <a:cubicBezTo>
                    <a:pt x="734378" y="2929890"/>
                    <a:pt x="386715" y="3331845"/>
                    <a:pt x="140970" y="3753803"/>
                  </a:cubicBezTo>
                  <a:cubicBezTo>
                    <a:pt x="86678" y="3845243"/>
                    <a:pt x="39053" y="3944303"/>
                    <a:pt x="0" y="4048125"/>
                  </a:cubicBezTo>
                  <a:lnTo>
                    <a:pt x="525780" y="4048125"/>
                  </a:lnTo>
                  <a:cubicBezTo>
                    <a:pt x="541973" y="4004310"/>
                    <a:pt x="559118" y="3961448"/>
                    <a:pt x="578168" y="3919538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5691197" y="1032976"/>
              <a:ext cx="4143123" cy="5825024"/>
            </a:xfrm>
            <a:custGeom>
              <a:avLst/>
              <a:gdLst>
                <a:gd name="connsiteX0" fmla="*/ 1830705 w 2124075"/>
                <a:gd name="connsiteY0" fmla="*/ 259080 h 4048125"/>
                <a:gd name="connsiteX1" fmla="*/ 1350645 w 2124075"/>
                <a:gd name="connsiteY1" fmla="*/ 457200 h 4048125"/>
                <a:gd name="connsiteX2" fmla="*/ 936307 w 2124075"/>
                <a:gd name="connsiteY2" fmla="*/ 641985 h 4048125"/>
                <a:gd name="connsiteX3" fmla="*/ 310515 w 2124075"/>
                <a:gd name="connsiteY3" fmla="*/ 1287780 h 4048125"/>
                <a:gd name="connsiteX4" fmla="*/ 524828 w 2124075"/>
                <a:gd name="connsiteY4" fmla="*/ 2551748 h 4048125"/>
                <a:gd name="connsiteX5" fmla="*/ 52388 w 2124075"/>
                <a:gd name="connsiteY5" fmla="*/ 3919538 h 4048125"/>
                <a:gd name="connsiteX6" fmla="*/ 0 w 2124075"/>
                <a:gd name="connsiteY6" fmla="*/ 4048125 h 4048125"/>
                <a:gd name="connsiteX7" fmla="*/ 133350 w 2124075"/>
                <a:gd name="connsiteY7" fmla="*/ 4048125 h 4048125"/>
                <a:gd name="connsiteX8" fmla="*/ 185738 w 2124075"/>
                <a:gd name="connsiteY8" fmla="*/ 3919538 h 4048125"/>
                <a:gd name="connsiteX9" fmla="*/ 658178 w 2124075"/>
                <a:gd name="connsiteY9" fmla="*/ 2551748 h 4048125"/>
                <a:gd name="connsiteX10" fmla="*/ 443865 w 2124075"/>
                <a:gd name="connsiteY10" fmla="*/ 1287780 h 4048125"/>
                <a:gd name="connsiteX11" fmla="*/ 1069658 w 2124075"/>
                <a:gd name="connsiteY11" fmla="*/ 641985 h 4048125"/>
                <a:gd name="connsiteX12" fmla="*/ 1898333 w 2124075"/>
                <a:gd name="connsiteY12" fmla="*/ 229552 h 4048125"/>
                <a:gd name="connsiteX13" fmla="*/ 2127885 w 2124075"/>
                <a:gd name="connsiteY13" fmla="*/ 0 h 4048125"/>
                <a:gd name="connsiteX14" fmla="*/ 1830705 w 2124075"/>
                <a:gd name="connsiteY14" fmla="*/ 259080 h 40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24075" h="4048125">
                  <a:moveTo>
                    <a:pt x="1830705" y="259080"/>
                  </a:moveTo>
                  <a:cubicBezTo>
                    <a:pt x="1680210" y="346710"/>
                    <a:pt x="1516380" y="403860"/>
                    <a:pt x="1350645" y="457200"/>
                  </a:cubicBezTo>
                  <a:cubicBezTo>
                    <a:pt x="1212533" y="518160"/>
                    <a:pt x="1071563" y="575310"/>
                    <a:pt x="936307" y="641985"/>
                  </a:cubicBezTo>
                  <a:cubicBezTo>
                    <a:pt x="660083" y="780097"/>
                    <a:pt x="389573" y="988695"/>
                    <a:pt x="310515" y="1287780"/>
                  </a:cubicBezTo>
                  <a:cubicBezTo>
                    <a:pt x="200025" y="1705928"/>
                    <a:pt x="496253" y="2120265"/>
                    <a:pt x="524828" y="2551748"/>
                  </a:cubicBezTo>
                  <a:cubicBezTo>
                    <a:pt x="558165" y="3039428"/>
                    <a:pt x="254318" y="3474720"/>
                    <a:pt x="52388" y="3919538"/>
                  </a:cubicBezTo>
                  <a:cubicBezTo>
                    <a:pt x="33338" y="3960495"/>
                    <a:pt x="16193" y="4004310"/>
                    <a:pt x="0" y="4048125"/>
                  </a:cubicBezTo>
                  <a:lnTo>
                    <a:pt x="133350" y="4048125"/>
                  </a:lnTo>
                  <a:cubicBezTo>
                    <a:pt x="149543" y="4004310"/>
                    <a:pt x="166688" y="3961448"/>
                    <a:pt x="185738" y="3919538"/>
                  </a:cubicBezTo>
                  <a:cubicBezTo>
                    <a:pt x="387668" y="3474720"/>
                    <a:pt x="691515" y="3038475"/>
                    <a:pt x="658178" y="2551748"/>
                  </a:cubicBezTo>
                  <a:cubicBezTo>
                    <a:pt x="628650" y="2120265"/>
                    <a:pt x="333375" y="1705928"/>
                    <a:pt x="443865" y="1287780"/>
                  </a:cubicBezTo>
                  <a:cubicBezTo>
                    <a:pt x="522923" y="988695"/>
                    <a:pt x="792480" y="780097"/>
                    <a:pt x="1069658" y="641985"/>
                  </a:cubicBezTo>
                  <a:cubicBezTo>
                    <a:pt x="1345883" y="503873"/>
                    <a:pt x="1648778" y="411480"/>
                    <a:pt x="1898333" y="229552"/>
                  </a:cubicBezTo>
                  <a:cubicBezTo>
                    <a:pt x="1985010" y="166688"/>
                    <a:pt x="2064067" y="87630"/>
                    <a:pt x="2127885" y="0"/>
                  </a:cubicBezTo>
                  <a:cubicBezTo>
                    <a:pt x="2047875" y="103823"/>
                    <a:pt x="1943100" y="193358"/>
                    <a:pt x="1830705" y="25908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11735773" y="155352"/>
              <a:ext cx="152010" cy="152010"/>
            </a:xfrm>
            <a:custGeom>
              <a:avLst/>
              <a:gdLst>
                <a:gd name="connsiteX0" fmla="*/ 6429 w 104775"/>
                <a:gd name="connsiteY0" fmla="*/ 63579 h 104775"/>
                <a:gd name="connsiteX1" fmla="*/ 23574 w 104775"/>
                <a:gd name="connsiteY1" fmla="*/ 66437 h 104775"/>
                <a:gd name="connsiteX2" fmla="*/ 45482 w 104775"/>
                <a:gd name="connsiteY2" fmla="*/ 88344 h 104775"/>
                <a:gd name="connsiteX3" fmla="*/ 48339 w 104775"/>
                <a:gd name="connsiteY3" fmla="*/ 105489 h 104775"/>
                <a:gd name="connsiteX4" fmla="*/ 63579 w 104775"/>
                <a:gd name="connsiteY4" fmla="*/ 105489 h 104775"/>
                <a:gd name="connsiteX5" fmla="*/ 66437 w 104775"/>
                <a:gd name="connsiteY5" fmla="*/ 88344 h 104775"/>
                <a:gd name="connsiteX6" fmla="*/ 88344 w 104775"/>
                <a:gd name="connsiteY6" fmla="*/ 66437 h 104775"/>
                <a:gd name="connsiteX7" fmla="*/ 105489 w 104775"/>
                <a:gd name="connsiteY7" fmla="*/ 63579 h 104775"/>
                <a:gd name="connsiteX8" fmla="*/ 105489 w 104775"/>
                <a:gd name="connsiteY8" fmla="*/ 48339 h 104775"/>
                <a:gd name="connsiteX9" fmla="*/ 88344 w 104775"/>
                <a:gd name="connsiteY9" fmla="*/ 45482 h 104775"/>
                <a:gd name="connsiteX10" fmla="*/ 66437 w 104775"/>
                <a:gd name="connsiteY10" fmla="*/ 23574 h 104775"/>
                <a:gd name="connsiteX11" fmla="*/ 63579 w 104775"/>
                <a:gd name="connsiteY11" fmla="*/ 6429 h 104775"/>
                <a:gd name="connsiteX12" fmla="*/ 48339 w 104775"/>
                <a:gd name="connsiteY12" fmla="*/ 6429 h 104775"/>
                <a:gd name="connsiteX13" fmla="*/ 45482 w 104775"/>
                <a:gd name="connsiteY13" fmla="*/ 23574 h 104775"/>
                <a:gd name="connsiteX14" fmla="*/ 23574 w 104775"/>
                <a:gd name="connsiteY14" fmla="*/ 45482 h 104775"/>
                <a:gd name="connsiteX15" fmla="*/ 6429 w 104775"/>
                <a:gd name="connsiteY15" fmla="*/ 48339 h 104775"/>
                <a:gd name="connsiteX16" fmla="*/ 6429 w 104775"/>
                <a:gd name="connsiteY16" fmla="*/ 6357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104775">
                  <a:moveTo>
                    <a:pt x="6429" y="63579"/>
                  </a:moveTo>
                  <a:lnTo>
                    <a:pt x="23574" y="66437"/>
                  </a:lnTo>
                  <a:cubicBezTo>
                    <a:pt x="35004" y="68342"/>
                    <a:pt x="43577" y="76914"/>
                    <a:pt x="45482" y="88344"/>
                  </a:cubicBezTo>
                  <a:lnTo>
                    <a:pt x="48339" y="105489"/>
                  </a:lnTo>
                  <a:cubicBezTo>
                    <a:pt x="49292" y="114062"/>
                    <a:pt x="62627" y="114062"/>
                    <a:pt x="63579" y="105489"/>
                  </a:cubicBezTo>
                  <a:lnTo>
                    <a:pt x="66437" y="88344"/>
                  </a:lnTo>
                  <a:cubicBezTo>
                    <a:pt x="68342" y="76914"/>
                    <a:pt x="76914" y="68342"/>
                    <a:pt x="88344" y="66437"/>
                  </a:cubicBezTo>
                  <a:lnTo>
                    <a:pt x="105489" y="63579"/>
                  </a:lnTo>
                  <a:cubicBezTo>
                    <a:pt x="114062" y="62627"/>
                    <a:pt x="114062" y="49292"/>
                    <a:pt x="105489" y="48339"/>
                  </a:cubicBezTo>
                  <a:lnTo>
                    <a:pt x="88344" y="45482"/>
                  </a:lnTo>
                  <a:cubicBezTo>
                    <a:pt x="76914" y="43577"/>
                    <a:pt x="68342" y="35004"/>
                    <a:pt x="66437" y="23574"/>
                  </a:cubicBezTo>
                  <a:lnTo>
                    <a:pt x="63579" y="6429"/>
                  </a:lnTo>
                  <a:cubicBezTo>
                    <a:pt x="62627" y="-2143"/>
                    <a:pt x="49292" y="-2143"/>
                    <a:pt x="48339" y="6429"/>
                  </a:cubicBezTo>
                  <a:lnTo>
                    <a:pt x="45482" y="23574"/>
                  </a:lnTo>
                  <a:cubicBezTo>
                    <a:pt x="43577" y="35004"/>
                    <a:pt x="35004" y="43577"/>
                    <a:pt x="23574" y="45482"/>
                  </a:cubicBezTo>
                  <a:lnTo>
                    <a:pt x="6429" y="48339"/>
                  </a:lnTo>
                  <a:cubicBezTo>
                    <a:pt x="-2143" y="50244"/>
                    <a:pt x="-2143" y="62627"/>
                    <a:pt x="6429" y="63579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9032766" y="2045799"/>
              <a:ext cx="152010" cy="152010"/>
            </a:xfrm>
            <a:custGeom>
              <a:avLst/>
              <a:gdLst>
                <a:gd name="connsiteX0" fmla="*/ 105489 w 104775"/>
                <a:gd name="connsiteY0" fmla="*/ 48339 h 104775"/>
                <a:gd name="connsiteX1" fmla="*/ 88344 w 104775"/>
                <a:gd name="connsiteY1" fmla="*/ 45482 h 104775"/>
                <a:gd name="connsiteX2" fmla="*/ 66437 w 104775"/>
                <a:gd name="connsiteY2" fmla="*/ 23574 h 104775"/>
                <a:gd name="connsiteX3" fmla="*/ 63579 w 104775"/>
                <a:gd name="connsiteY3" fmla="*/ 6429 h 104775"/>
                <a:gd name="connsiteX4" fmla="*/ 48339 w 104775"/>
                <a:gd name="connsiteY4" fmla="*/ 6429 h 104775"/>
                <a:gd name="connsiteX5" fmla="*/ 45482 w 104775"/>
                <a:gd name="connsiteY5" fmla="*/ 23574 h 104775"/>
                <a:gd name="connsiteX6" fmla="*/ 23574 w 104775"/>
                <a:gd name="connsiteY6" fmla="*/ 45482 h 104775"/>
                <a:gd name="connsiteX7" fmla="*/ 6429 w 104775"/>
                <a:gd name="connsiteY7" fmla="*/ 48339 h 104775"/>
                <a:gd name="connsiteX8" fmla="*/ 6429 w 104775"/>
                <a:gd name="connsiteY8" fmla="*/ 63579 h 104775"/>
                <a:gd name="connsiteX9" fmla="*/ 23574 w 104775"/>
                <a:gd name="connsiteY9" fmla="*/ 66437 h 104775"/>
                <a:gd name="connsiteX10" fmla="*/ 45482 w 104775"/>
                <a:gd name="connsiteY10" fmla="*/ 88344 h 104775"/>
                <a:gd name="connsiteX11" fmla="*/ 48339 w 104775"/>
                <a:gd name="connsiteY11" fmla="*/ 105489 h 104775"/>
                <a:gd name="connsiteX12" fmla="*/ 63579 w 104775"/>
                <a:gd name="connsiteY12" fmla="*/ 105489 h 104775"/>
                <a:gd name="connsiteX13" fmla="*/ 66437 w 104775"/>
                <a:gd name="connsiteY13" fmla="*/ 88344 h 104775"/>
                <a:gd name="connsiteX14" fmla="*/ 88344 w 104775"/>
                <a:gd name="connsiteY14" fmla="*/ 66437 h 104775"/>
                <a:gd name="connsiteX15" fmla="*/ 105489 w 104775"/>
                <a:gd name="connsiteY15" fmla="*/ 63579 h 104775"/>
                <a:gd name="connsiteX16" fmla="*/ 105489 w 104775"/>
                <a:gd name="connsiteY16" fmla="*/ 4833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104775">
                  <a:moveTo>
                    <a:pt x="105489" y="48339"/>
                  </a:moveTo>
                  <a:lnTo>
                    <a:pt x="88344" y="45482"/>
                  </a:lnTo>
                  <a:cubicBezTo>
                    <a:pt x="76914" y="43577"/>
                    <a:pt x="68342" y="35004"/>
                    <a:pt x="66437" y="23574"/>
                  </a:cubicBezTo>
                  <a:lnTo>
                    <a:pt x="63579" y="6429"/>
                  </a:lnTo>
                  <a:cubicBezTo>
                    <a:pt x="62627" y="-2143"/>
                    <a:pt x="49292" y="-2143"/>
                    <a:pt x="48339" y="6429"/>
                  </a:cubicBezTo>
                  <a:lnTo>
                    <a:pt x="45482" y="23574"/>
                  </a:lnTo>
                  <a:cubicBezTo>
                    <a:pt x="43577" y="35004"/>
                    <a:pt x="35004" y="43577"/>
                    <a:pt x="23574" y="45482"/>
                  </a:cubicBezTo>
                  <a:lnTo>
                    <a:pt x="6429" y="48339"/>
                  </a:lnTo>
                  <a:cubicBezTo>
                    <a:pt x="-2143" y="49292"/>
                    <a:pt x="-2143" y="62627"/>
                    <a:pt x="6429" y="63579"/>
                  </a:cubicBezTo>
                  <a:lnTo>
                    <a:pt x="23574" y="66437"/>
                  </a:lnTo>
                  <a:cubicBezTo>
                    <a:pt x="35004" y="68342"/>
                    <a:pt x="43577" y="76914"/>
                    <a:pt x="45482" y="88344"/>
                  </a:cubicBezTo>
                  <a:lnTo>
                    <a:pt x="48339" y="105489"/>
                  </a:lnTo>
                  <a:cubicBezTo>
                    <a:pt x="49292" y="114062"/>
                    <a:pt x="62627" y="114062"/>
                    <a:pt x="63579" y="105489"/>
                  </a:cubicBezTo>
                  <a:lnTo>
                    <a:pt x="66437" y="88344"/>
                  </a:lnTo>
                  <a:cubicBezTo>
                    <a:pt x="68342" y="76914"/>
                    <a:pt x="76914" y="68342"/>
                    <a:pt x="88344" y="66437"/>
                  </a:cubicBezTo>
                  <a:lnTo>
                    <a:pt x="105489" y="63579"/>
                  </a:lnTo>
                  <a:cubicBezTo>
                    <a:pt x="114062" y="62627"/>
                    <a:pt x="114062" y="49292"/>
                    <a:pt x="105489" y="4833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11734391" y="3017278"/>
              <a:ext cx="152010" cy="152010"/>
            </a:xfrm>
            <a:custGeom>
              <a:avLst/>
              <a:gdLst>
                <a:gd name="connsiteX0" fmla="*/ 105489 w 104775"/>
                <a:gd name="connsiteY0" fmla="*/ 48339 h 104775"/>
                <a:gd name="connsiteX1" fmla="*/ 88344 w 104775"/>
                <a:gd name="connsiteY1" fmla="*/ 45482 h 104775"/>
                <a:gd name="connsiteX2" fmla="*/ 66437 w 104775"/>
                <a:gd name="connsiteY2" fmla="*/ 23574 h 104775"/>
                <a:gd name="connsiteX3" fmla="*/ 63579 w 104775"/>
                <a:gd name="connsiteY3" fmla="*/ 6429 h 104775"/>
                <a:gd name="connsiteX4" fmla="*/ 48339 w 104775"/>
                <a:gd name="connsiteY4" fmla="*/ 6429 h 104775"/>
                <a:gd name="connsiteX5" fmla="*/ 45482 w 104775"/>
                <a:gd name="connsiteY5" fmla="*/ 23574 h 104775"/>
                <a:gd name="connsiteX6" fmla="*/ 23574 w 104775"/>
                <a:gd name="connsiteY6" fmla="*/ 45482 h 104775"/>
                <a:gd name="connsiteX7" fmla="*/ 6429 w 104775"/>
                <a:gd name="connsiteY7" fmla="*/ 48339 h 104775"/>
                <a:gd name="connsiteX8" fmla="*/ 6429 w 104775"/>
                <a:gd name="connsiteY8" fmla="*/ 63579 h 104775"/>
                <a:gd name="connsiteX9" fmla="*/ 23574 w 104775"/>
                <a:gd name="connsiteY9" fmla="*/ 66437 h 104775"/>
                <a:gd name="connsiteX10" fmla="*/ 45482 w 104775"/>
                <a:gd name="connsiteY10" fmla="*/ 88344 h 104775"/>
                <a:gd name="connsiteX11" fmla="*/ 48339 w 104775"/>
                <a:gd name="connsiteY11" fmla="*/ 105489 h 104775"/>
                <a:gd name="connsiteX12" fmla="*/ 63579 w 104775"/>
                <a:gd name="connsiteY12" fmla="*/ 105489 h 104775"/>
                <a:gd name="connsiteX13" fmla="*/ 66437 w 104775"/>
                <a:gd name="connsiteY13" fmla="*/ 88344 h 104775"/>
                <a:gd name="connsiteX14" fmla="*/ 88344 w 104775"/>
                <a:gd name="connsiteY14" fmla="*/ 66437 h 104775"/>
                <a:gd name="connsiteX15" fmla="*/ 105489 w 104775"/>
                <a:gd name="connsiteY15" fmla="*/ 63579 h 104775"/>
                <a:gd name="connsiteX16" fmla="*/ 105489 w 104775"/>
                <a:gd name="connsiteY16" fmla="*/ 4833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104775">
                  <a:moveTo>
                    <a:pt x="105489" y="48339"/>
                  </a:moveTo>
                  <a:lnTo>
                    <a:pt x="88344" y="45482"/>
                  </a:lnTo>
                  <a:cubicBezTo>
                    <a:pt x="76914" y="43577"/>
                    <a:pt x="68342" y="35004"/>
                    <a:pt x="66437" y="23574"/>
                  </a:cubicBezTo>
                  <a:lnTo>
                    <a:pt x="63579" y="6429"/>
                  </a:lnTo>
                  <a:cubicBezTo>
                    <a:pt x="62627" y="-2143"/>
                    <a:pt x="49292" y="-2143"/>
                    <a:pt x="48339" y="6429"/>
                  </a:cubicBezTo>
                  <a:lnTo>
                    <a:pt x="45482" y="23574"/>
                  </a:lnTo>
                  <a:cubicBezTo>
                    <a:pt x="43577" y="35004"/>
                    <a:pt x="35004" y="43577"/>
                    <a:pt x="23574" y="45482"/>
                  </a:cubicBezTo>
                  <a:lnTo>
                    <a:pt x="6429" y="48339"/>
                  </a:lnTo>
                  <a:cubicBezTo>
                    <a:pt x="-2143" y="49292"/>
                    <a:pt x="-2143" y="62627"/>
                    <a:pt x="6429" y="63579"/>
                  </a:cubicBezTo>
                  <a:lnTo>
                    <a:pt x="23574" y="66437"/>
                  </a:lnTo>
                  <a:cubicBezTo>
                    <a:pt x="35004" y="68342"/>
                    <a:pt x="43577" y="76914"/>
                    <a:pt x="45482" y="88344"/>
                  </a:cubicBezTo>
                  <a:lnTo>
                    <a:pt x="48339" y="105489"/>
                  </a:lnTo>
                  <a:cubicBezTo>
                    <a:pt x="49292" y="114062"/>
                    <a:pt x="62627" y="114062"/>
                    <a:pt x="63579" y="105489"/>
                  </a:cubicBezTo>
                  <a:lnTo>
                    <a:pt x="66437" y="88344"/>
                  </a:lnTo>
                  <a:cubicBezTo>
                    <a:pt x="68342" y="76914"/>
                    <a:pt x="76914" y="68342"/>
                    <a:pt x="88344" y="66437"/>
                  </a:cubicBezTo>
                  <a:lnTo>
                    <a:pt x="105489" y="63579"/>
                  </a:lnTo>
                  <a:cubicBezTo>
                    <a:pt x="114062" y="62627"/>
                    <a:pt x="114062" y="49292"/>
                    <a:pt x="105489" y="4833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8103795" y="6185359"/>
              <a:ext cx="152010" cy="152010"/>
            </a:xfrm>
            <a:custGeom>
              <a:avLst/>
              <a:gdLst>
                <a:gd name="connsiteX0" fmla="*/ 105489 w 104775"/>
                <a:gd name="connsiteY0" fmla="*/ 48339 h 104775"/>
                <a:gd name="connsiteX1" fmla="*/ 88344 w 104775"/>
                <a:gd name="connsiteY1" fmla="*/ 45482 h 104775"/>
                <a:gd name="connsiteX2" fmla="*/ 66437 w 104775"/>
                <a:gd name="connsiteY2" fmla="*/ 23574 h 104775"/>
                <a:gd name="connsiteX3" fmla="*/ 63579 w 104775"/>
                <a:gd name="connsiteY3" fmla="*/ 6429 h 104775"/>
                <a:gd name="connsiteX4" fmla="*/ 48339 w 104775"/>
                <a:gd name="connsiteY4" fmla="*/ 6429 h 104775"/>
                <a:gd name="connsiteX5" fmla="*/ 45482 w 104775"/>
                <a:gd name="connsiteY5" fmla="*/ 23574 h 104775"/>
                <a:gd name="connsiteX6" fmla="*/ 23574 w 104775"/>
                <a:gd name="connsiteY6" fmla="*/ 45482 h 104775"/>
                <a:gd name="connsiteX7" fmla="*/ 6429 w 104775"/>
                <a:gd name="connsiteY7" fmla="*/ 48339 h 104775"/>
                <a:gd name="connsiteX8" fmla="*/ 6429 w 104775"/>
                <a:gd name="connsiteY8" fmla="*/ 63579 h 104775"/>
                <a:gd name="connsiteX9" fmla="*/ 23574 w 104775"/>
                <a:gd name="connsiteY9" fmla="*/ 66437 h 104775"/>
                <a:gd name="connsiteX10" fmla="*/ 45482 w 104775"/>
                <a:gd name="connsiteY10" fmla="*/ 88344 h 104775"/>
                <a:gd name="connsiteX11" fmla="*/ 48339 w 104775"/>
                <a:gd name="connsiteY11" fmla="*/ 105489 h 104775"/>
                <a:gd name="connsiteX12" fmla="*/ 63579 w 104775"/>
                <a:gd name="connsiteY12" fmla="*/ 105489 h 104775"/>
                <a:gd name="connsiteX13" fmla="*/ 66437 w 104775"/>
                <a:gd name="connsiteY13" fmla="*/ 88344 h 104775"/>
                <a:gd name="connsiteX14" fmla="*/ 88344 w 104775"/>
                <a:gd name="connsiteY14" fmla="*/ 66437 h 104775"/>
                <a:gd name="connsiteX15" fmla="*/ 105489 w 104775"/>
                <a:gd name="connsiteY15" fmla="*/ 63579 h 104775"/>
                <a:gd name="connsiteX16" fmla="*/ 105489 w 104775"/>
                <a:gd name="connsiteY16" fmla="*/ 4833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104775">
                  <a:moveTo>
                    <a:pt x="105489" y="48339"/>
                  </a:moveTo>
                  <a:lnTo>
                    <a:pt x="88344" y="45482"/>
                  </a:lnTo>
                  <a:cubicBezTo>
                    <a:pt x="76914" y="43577"/>
                    <a:pt x="68342" y="35004"/>
                    <a:pt x="66437" y="23574"/>
                  </a:cubicBezTo>
                  <a:lnTo>
                    <a:pt x="63579" y="6429"/>
                  </a:lnTo>
                  <a:cubicBezTo>
                    <a:pt x="62627" y="-2143"/>
                    <a:pt x="49292" y="-2143"/>
                    <a:pt x="48339" y="6429"/>
                  </a:cubicBezTo>
                  <a:lnTo>
                    <a:pt x="45482" y="23574"/>
                  </a:lnTo>
                  <a:cubicBezTo>
                    <a:pt x="43577" y="35004"/>
                    <a:pt x="35004" y="43577"/>
                    <a:pt x="23574" y="45482"/>
                  </a:cubicBezTo>
                  <a:lnTo>
                    <a:pt x="6429" y="48339"/>
                  </a:lnTo>
                  <a:cubicBezTo>
                    <a:pt x="-2143" y="49292"/>
                    <a:pt x="-2143" y="62627"/>
                    <a:pt x="6429" y="63579"/>
                  </a:cubicBezTo>
                  <a:lnTo>
                    <a:pt x="23574" y="66437"/>
                  </a:lnTo>
                  <a:cubicBezTo>
                    <a:pt x="35004" y="68342"/>
                    <a:pt x="43577" y="76914"/>
                    <a:pt x="45482" y="88344"/>
                  </a:cubicBezTo>
                  <a:lnTo>
                    <a:pt x="48339" y="105489"/>
                  </a:lnTo>
                  <a:cubicBezTo>
                    <a:pt x="49292" y="114062"/>
                    <a:pt x="62627" y="114062"/>
                    <a:pt x="63579" y="105489"/>
                  </a:cubicBezTo>
                  <a:lnTo>
                    <a:pt x="66437" y="88344"/>
                  </a:lnTo>
                  <a:cubicBezTo>
                    <a:pt x="68342" y="76914"/>
                    <a:pt x="76914" y="68342"/>
                    <a:pt x="88344" y="66437"/>
                  </a:cubicBezTo>
                  <a:lnTo>
                    <a:pt x="105489" y="63579"/>
                  </a:lnTo>
                  <a:cubicBezTo>
                    <a:pt x="114062" y="62627"/>
                    <a:pt x="114062" y="50244"/>
                    <a:pt x="105489" y="48339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10705527" y="231357"/>
              <a:ext cx="152010" cy="152010"/>
            </a:xfrm>
            <a:custGeom>
              <a:avLst/>
              <a:gdLst>
                <a:gd name="connsiteX0" fmla="*/ 104537 w 104775"/>
                <a:gd name="connsiteY0" fmla="*/ 48339 h 104775"/>
                <a:gd name="connsiteX1" fmla="*/ 87392 w 104775"/>
                <a:gd name="connsiteY1" fmla="*/ 45482 h 104775"/>
                <a:gd name="connsiteX2" fmla="*/ 65484 w 104775"/>
                <a:gd name="connsiteY2" fmla="*/ 23574 h 104775"/>
                <a:gd name="connsiteX3" fmla="*/ 62627 w 104775"/>
                <a:gd name="connsiteY3" fmla="*/ 6429 h 104775"/>
                <a:gd name="connsiteX4" fmla="*/ 47387 w 104775"/>
                <a:gd name="connsiteY4" fmla="*/ 6429 h 104775"/>
                <a:gd name="connsiteX5" fmla="*/ 44529 w 104775"/>
                <a:gd name="connsiteY5" fmla="*/ 23574 h 104775"/>
                <a:gd name="connsiteX6" fmla="*/ 22622 w 104775"/>
                <a:gd name="connsiteY6" fmla="*/ 45482 h 104775"/>
                <a:gd name="connsiteX7" fmla="*/ 6429 w 104775"/>
                <a:gd name="connsiteY7" fmla="*/ 48339 h 104775"/>
                <a:gd name="connsiteX8" fmla="*/ 6429 w 104775"/>
                <a:gd name="connsiteY8" fmla="*/ 63579 h 104775"/>
                <a:gd name="connsiteX9" fmla="*/ 23574 w 104775"/>
                <a:gd name="connsiteY9" fmla="*/ 66437 h 104775"/>
                <a:gd name="connsiteX10" fmla="*/ 45482 w 104775"/>
                <a:gd name="connsiteY10" fmla="*/ 88344 h 104775"/>
                <a:gd name="connsiteX11" fmla="*/ 48339 w 104775"/>
                <a:gd name="connsiteY11" fmla="*/ 105489 h 104775"/>
                <a:gd name="connsiteX12" fmla="*/ 63579 w 104775"/>
                <a:gd name="connsiteY12" fmla="*/ 105489 h 104775"/>
                <a:gd name="connsiteX13" fmla="*/ 66437 w 104775"/>
                <a:gd name="connsiteY13" fmla="*/ 88344 h 104775"/>
                <a:gd name="connsiteX14" fmla="*/ 88344 w 104775"/>
                <a:gd name="connsiteY14" fmla="*/ 66437 h 104775"/>
                <a:gd name="connsiteX15" fmla="*/ 105489 w 104775"/>
                <a:gd name="connsiteY15" fmla="*/ 63579 h 104775"/>
                <a:gd name="connsiteX16" fmla="*/ 104537 w 104775"/>
                <a:gd name="connsiteY16" fmla="*/ 4833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104775">
                  <a:moveTo>
                    <a:pt x="104537" y="48339"/>
                  </a:moveTo>
                  <a:lnTo>
                    <a:pt x="87392" y="45482"/>
                  </a:lnTo>
                  <a:cubicBezTo>
                    <a:pt x="75962" y="43577"/>
                    <a:pt x="67389" y="35004"/>
                    <a:pt x="65484" y="23574"/>
                  </a:cubicBezTo>
                  <a:lnTo>
                    <a:pt x="62627" y="6429"/>
                  </a:lnTo>
                  <a:cubicBezTo>
                    <a:pt x="61674" y="-2143"/>
                    <a:pt x="48339" y="-2143"/>
                    <a:pt x="47387" y="6429"/>
                  </a:cubicBezTo>
                  <a:lnTo>
                    <a:pt x="44529" y="23574"/>
                  </a:lnTo>
                  <a:cubicBezTo>
                    <a:pt x="42624" y="35004"/>
                    <a:pt x="34052" y="43577"/>
                    <a:pt x="22622" y="45482"/>
                  </a:cubicBezTo>
                  <a:lnTo>
                    <a:pt x="6429" y="48339"/>
                  </a:lnTo>
                  <a:cubicBezTo>
                    <a:pt x="-2143" y="49292"/>
                    <a:pt x="-2143" y="62627"/>
                    <a:pt x="6429" y="63579"/>
                  </a:cubicBezTo>
                  <a:lnTo>
                    <a:pt x="23574" y="66437"/>
                  </a:lnTo>
                  <a:cubicBezTo>
                    <a:pt x="35004" y="68342"/>
                    <a:pt x="43577" y="76914"/>
                    <a:pt x="45482" y="88344"/>
                  </a:cubicBezTo>
                  <a:lnTo>
                    <a:pt x="48339" y="105489"/>
                  </a:lnTo>
                  <a:cubicBezTo>
                    <a:pt x="49292" y="114062"/>
                    <a:pt x="62627" y="114062"/>
                    <a:pt x="63579" y="105489"/>
                  </a:cubicBezTo>
                  <a:lnTo>
                    <a:pt x="66437" y="88344"/>
                  </a:lnTo>
                  <a:cubicBezTo>
                    <a:pt x="68342" y="76914"/>
                    <a:pt x="76914" y="68342"/>
                    <a:pt x="88344" y="66437"/>
                  </a:cubicBezTo>
                  <a:lnTo>
                    <a:pt x="105489" y="63579"/>
                  </a:lnTo>
                  <a:cubicBezTo>
                    <a:pt x="113109" y="62627"/>
                    <a:pt x="113109" y="50244"/>
                    <a:pt x="104537" y="48339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8600940" y="5188121"/>
              <a:ext cx="124372" cy="124371"/>
            </a:xfrm>
            <a:custGeom>
              <a:avLst/>
              <a:gdLst>
                <a:gd name="connsiteX0" fmla="*/ 82153 w 85725"/>
                <a:gd name="connsiteY0" fmla="*/ 37386 h 85725"/>
                <a:gd name="connsiteX1" fmla="*/ 68818 w 85725"/>
                <a:gd name="connsiteY1" fmla="*/ 35481 h 85725"/>
                <a:gd name="connsiteX2" fmla="*/ 51673 w 85725"/>
                <a:gd name="connsiteY2" fmla="*/ 18336 h 85725"/>
                <a:gd name="connsiteX3" fmla="*/ 49768 w 85725"/>
                <a:gd name="connsiteY3" fmla="*/ 5001 h 85725"/>
                <a:gd name="connsiteX4" fmla="*/ 37386 w 85725"/>
                <a:gd name="connsiteY4" fmla="*/ 5001 h 85725"/>
                <a:gd name="connsiteX5" fmla="*/ 35481 w 85725"/>
                <a:gd name="connsiteY5" fmla="*/ 18336 h 85725"/>
                <a:gd name="connsiteX6" fmla="*/ 18336 w 85725"/>
                <a:gd name="connsiteY6" fmla="*/ 35481 h 85725"/>
                <a:gd name="connsiteX7" fmla="*/ 5001 w 85725"/>
                <a:gd name="connsiteY7" fmla="*/ 37386 h 85725"/>
                <a:gd name="connsiteX8" fmla="*/ 5001 w 85725"/>
                <a:gd name="connsiteY8" fmla="*/ 49768 h 85725"/>
                <a:gd name="connsiteX9" fmla="*/ 18336 w 85725"/>
                <a:gd name="connsiteY9" fmla="*/ 51673 h 85725"/>
                <a:gd name="connsiteX10" fmla="*/ 35481 w 85725"/>
                <a:gd name="connsiteY10" fmla="*/ 68818 h 85725"/>
                <a:gd name="connsiteX11" fmla="*/ 37386 w 85725"/>
                <a:gd name="connsiteY11" fmla="*/ 82153 h 85725"/>
                <a:gd name="connsiteX12" fmla="*/ 49768 w 85725"/>
                <a:gd name="connsiteY12" fmla="*/ 82153 h 85725"/>
                <a:gd name="connsiteX13" fmla="*/ 51673 w 85725"/>
                <a:gd name="connsiteY13" fmla="*/ 68818 h 85725"/>
                <a:gd name="connsiteX14" fmla="*/ 68818 w 85725"/>
                <a:gd name="connsiteY14" fmla="*/ 51673 h 85725"/>
                <a:gd name="connsiteX15" fmla="*/ 82153 w 85725"/>
                <a:gd name="connsiteY15" fmla="*/ 49768 h 85725"/>
                <a:gd name="connsiteX16" fmla="*/ 82153 w 85725"/>
                <a:gd name="connsiteY16" fmla="*/ 3738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725" h="85725">
                  <a:moveTo>
                    <a:pt x="82153" y="37386"/>
                  </a:moveTo>
                  <a:lnTo>
                    <a:pt x="68818" y="35481"/>
                  </a:lnTo>
                  <a:cubicBezTo>
                    <a:pt x="60246" y="34528"/>
                    <a:pt x="52626" y="26908"/>
                    <a:pt x="51673" y="18336"/>
                  </a:cubicBezTo>
                  <a:lnTo>
                    <a:pt x="49768" y="5001"/>
                  </a:lnTo>
                  <a:cubicBezTo>
                    <a:pt x="48816" y="-1667"/>
                    <a:pt x="38338" y="-1667"/>
                    <a:pt x="37386" y="5001"/>
                  </a:cubicBezTo>
                  <a:lnTo>
                    <a:pt x="35481" y="18336"/>
                  </a:lnTo>
                  <a:cubicBezTo>
                    <a:pt x="34528" y="26908"/>
                    <a:pt x="26908" y="34528"/>
                    <a:pt x="18336" y="35481"/>
                  </a:cubicBezTo>
                  <a:lnTo>
                    <a:pt x="5001" y="37386"/>
                  </a:lnTo>
                  <a:cubicBezTo>
                    <a:pt x="-1667" y="38338"/>
                    <a:pt x="-1667" y="48816"/>
                    <a:pt x="5001" y="49768"/>
                  </a:cubicBezTo>
                  <a:lnTo>
                    <a:pt x="18336" y="51673"/>
                  </a:lnTo>
                  <a:cubicBezTo>
                    <a:pt x="26908" y="52626"/>
                    <a:pt x="34528" y="60246"/>
                    <a:pt x="35481" y="68818"/>
                  </a:cubicBezTo>
                  <a:lnTo>
                    <a:pt x="37386" y="82153"/>
                  </a:lnTo>
                  <a:cubicBezTo>
                    <a:pt x="38338" y="88821"/>
                    <a:pt x="48816" y="88821"/>
                    <a:pt x="49768" y="82153"/>
                  </a:cubicBezTo>
                  <a:lnTo>
                    <a:pt x="51673" y="68818"/>
                  </a:lnTo>
                  <a:cubicBezTo>
                    <a:pt x="52626" y="60246"/>
                    <a:pt x="60246" y="52626"/>
                    <a:pt x="68818" y="51673"/>
                  </a:cubicBezTo>
                  <a:lnTo>
                    <a:pt x="82153" y="49768"/>
                  </a:lnTo>
                  <a:cubicBezTo>
                    <a:pt x="88821" y="48816"/>
                    <a:pt x="88821" y="38338"/>
                    <a:pt x="82153" y="3738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11523651" y="6464441"/>
              <a:ext cx="124372" cy="124371"/>
            </a:xfrm>
            <a:custGeom>
              <a:avLst/>
              <a:gdLst>
                <a:gd name="connsiteX0" fmla="*/ 82153 w 85725"/>
                <a:gd name="connsiteY0" fmla="*/ 37386 h 85725"/>
                <a:gd name="connsiteX1" fmla="*/ 68818 w 85725"/>
                <a:gd name="connsiteY1" fmla="*/ 35481 h 85725"/>
                <a:gd name="connsiteX2" fmla="*/ 51673 w 85725"/>
                <a:gd name="connsiteY2" fmla="*/ 18336 h 85725"/>
                <a:gd name="connsiteX3" fmla="*/ 49768 w 85725"/>
                <a:gd name="connsiteY3" fmla="*/ 5001 h 85725"/>
                <a:gd name="connsiteX4" fmla="*/ 37386 w 85725"/>
                <a:gd name="connsiteY4" fmla="*/ 5001 h 85725"/>
                <a:gd name="connsiteX5" fmla="*/ 35481 w 85725"/>
                <a:gd name="connsiteY5" fmla="*/ 18336 h 85725"/>
                <a:gd name="connsiteX6" fmla="*/ 18336 w 85725"/>
                <a:gd name="connsiteY6" fmla="*/ 35481 h 85725"/>
                <a:gd name="connsiteX7" fmla="*/ 5001 w 85725"/>
                <a:gd name="connsiteY7" fmla="*/ 37386 h 85725"/>
                <a:gd name="connsiteX8" fmla="*/ 5001 w 85725"/>
                <a:gd name="connsiteY8" fmla="*/ 49768 h 85725"/>
                <a:gd name="connsiteX9" fmla="*/ 18336 w 85725"/>
                <a:gd name="connsiteY9" fmla="*/ 51673 h 85725"/>
                <a:gd name="connsiteX10" fmla="*/ 35481 w 85725"/>
                <a:gd name="connsiteY10" fmla="*/ 68818 h 85725"/>
                <a:gd name="connsiteX11" fmla="*/ 37386 w 85725"/>
                <a:gd name="connsiteY11" fmla="*/ 82153 h 85725"/>
                <a:gd name="connsiteX12" fmla="*/ 49768 w 85725"/>
                <a:gd name="connsiteY12" fmla="*/ 82153 h 85725"/>
                <a:gd name="connsiteX13" fmla="*/ 51673 w 85725"/>
                <a:gd name="connsiteY13" fmla="*/ 68818 h 85725"/>
                <a:gd name="connsiteX14" fmla="*/ 68818 w 85725"/>
                <a:gd name="connsiteY14" fmla="*/ 51673 h 85725"/>
                <a:gd name="connsiteX15" fmla="*/ 82153 w 85725"/>
                <a:gd name="connsiteY15" fmla="*/ 49768 h 85725"/>
                <a:gd name="connsiteX16" fmla="*/ 82153 w 85725"/>
                <a:gd name="connsiteY16" fmla="*/ 3738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725" h="85725">
                  <a:moveTo>
                    <a:pt x="82153" y="37386"/>
                  </a:moveTo>
                  <a:lnTo>
                    <a:pt x="68818" y="35481"/>
                  </a:lnTo>
                  <a:cubicBezTo>
                    <a:pt x="60246" y="34528"/>
                    <a:pt x="52626" y="26908"/>
                    <a:pt x="51673" y="18336"/>
                  </a:cubicBezTo>
                  <a:lnTo>
                    <a:pt x="49768" y="5001"/>
                  </a:lnTo>
                  <a:cubicBezTo>
                    <a:pt x="48816" y="-1667"/>
                    <a:pt x="38338" y="-1667"/>
                    <a:pt x="37386" y="5001"/>
                  </a:cubicBezTo>
                  <a:lnTo>
                    <a:pt x="35481" y="18336"/>
                  </a:lnTo>
                  <a:cubicBezTo>
                    <a:pt x="34528" y="26908"/>
                    <a:pt x="26908" y="34528"/>
                    <a:pt x="18336" y="35481"/>
                  </a:cubicBezTo>
                  <a:lnTo>
                    <a:pt x="5001" y="37386"/>
                  </a:lnTo>
                  <a:cubicBezTo>
                    <a:pt x="-1667" y="38338"/>
                    <a:pt x="-1667" y="48816"/>
                    <a:pt x="5001" y="49768"/>
                  </a:cubicBezTo>
                  <a:lnTo>
                    <a:pt x="18336" y="51673"/>
                  </a:lnTo>
                  <a:cubicBezTo>
                    <a:pt x="26908" y="52626"/>
                    <a:pt x="34528" y="60246"/>
                    <a:pt x="35481" y="68818"/>
                  </a:cubicBezTo>
                  <a:lnTo>
                    <a:pt x="37386" y="82153"/>
                  </a:lnTo>
                  <a:cubicBezTo>
                    <a:pt x="38338" y="88821"/>
                    <a:pt x="48816" y="88821"/>
                    <a:pt x="49768" y="82153"/>
                  </a:cubicBezTo>
                  <a:lnTo>
                    <a:pt x="51673" y="68818"/>
                  </a:lnTo>
                  <a:cubicBezTo>
                    <a:pt x="52626" y="60246"/>
                    <a:pt x="60246" y="52626"/>
                    <a:pt x="68818" y="51673"/>
                  </a:cubicBezTo>
                  <a:lnTo>
                    <a:pt x="82153" y="49768"/>
                  </a:lnTo>
                  <a:cubicBezTo>
                    <a:pt x="88821" y="47863"/>
                    <a:pt x="88821" y="38338"/>
                    <a:pt x="82153" y="3738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9765269" y="2922715"/>
              <a:ext cx="124372" cy="124371"/>
            </a:xfrm>
            <a:custGeom>
              <a:avLst/>
              <a:gdLst>
                <a:gd name="connsiteX0" fmla="*/ 82153 w 85725"/>
                <a:gd name="connsiteY0" fmla="*/ 37386 h 85725"/>
                <a:gd name="connsiteX1" fmla="*/ 68818 w 85725"/>
                <a:gd name="connsiteY1" fmla="*/ 35481 h 85725"/>
                <a:gd name="connsiteX2" fmla="*/ 51673 w 85725"/>
                <a:gd name="connsiteY2" fmla="*/ 18336 h 85725"/>
                <a:gd name="connsiteX3" fmla="*/ 49768 w 85725"/>
                <a:gd name="connsiteY3" fmla="*/ 5001 h 85725"/>
                <a:gd name="connsiteX4" fmla="*/ 37386 w 85725"/>
                <a:gd name="connsiteY4" fmla="*/ 5001 h 85725"/>
                <a:gd name="connsiteX5" fmla="*/ 35481 w 85725"/>
                <a:gd name="connsiteY5" fmla="*/ 18336 h 85725"/>
                <a:gd name="connsiteX6" fmla="*/ 18336 w 85725"/>
                <a:gd name="connsiteY6" fmla="*/ 35481 h 85725"/>
                <a:gd name="connsiteX7" fmla="*/ 5001 w 85725"/>
                <a:gd name="connsiteY7" fmla="*/ 37386 h 85725"/>
                <a:gd name="connsiteX8" fmla="*/ 5001 w 85725"/>
                <a:gd name="connsiteY8" fmla="*/ 49768 h 85725"/>
                <a:gd name="connsiteX9" fmla="*/ 18336 w 85725"/>
                <a:gd name="connsiteY9" fmla="*/ 51673 h 85725"/>
                <a:gd name="connsiteX10" fmla="*/ 35481 w 85725"/>
                <a:gd name="connsiteY10" fmla="*/ 68818 h 85725"/>
                <a:gd name="connsiteX11" fmla="*/ 37386 w 85725"/>
                <a:gd name="connsiteY11" fmla="*/ 82153 h 85725"/>
                <a:gd name="connsiteX12" fmla="*/ 49768 w 85725"/>
                <a:gd name="connsiteY12" fmla="*/ 82153 h 85725"/>
                <a:gd name="connsiteX13" fmla="*/ 51673 w 85725"/>
                <a:gd name="connsiteY13" fmla="*/ 68818 h 85725"/>
                <a:gd name="connsiteX14" fmla="*/ 68818 w 85725"/>
                <a:gd name="connsiteY14" fmla="*/ 51673 h 85725"/>
                <a:gd name="connsiteX15" fmla="*/ 82153 w 85725"/>
                <a:gd name="connsiteY15" fmla="*/ 49768 h 85725"/>
                <a:gd name="connsiteX16" fmla="*/ 82153 w 85725"/>
                <a:gd name="connsiteY16" fmla="*/ 3738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725" h="85725">
                  <a:moveTo>
                    <a:pt x="82153" y="37386"/>
                  </a:moveTo>
                  <a:lnTo>
                    <a:pt x="68818" y="35481"/>
                  </a:lnTo>
                  <a:cubicBezTo>
                    <a:pt x="60246" y="34528"/>
                    <a:pt x="52626" y="26908"/>
                    <a:pt x="51673" y="18336"/>
                  </a:cubicBezTo>
                  <a:lnTo>
                    <a:pt x="49768" y="5001"/>
                  </a:lnTo>
                  <a:cubicBezTo>
                    <a:pt x="48816" y="-1667"/>
                    <a:pt x="38338" y="-1667"/>
                    <a:pt x="37386" y="5001"/>
                  </a:cubicBezTo>
                  <a:lnTo>
                    <a:pt x="35481" y="18336"/>
                  </a:lnTo>
                  <a:cubicBezTo>
                    <a:pt x="34528" y="26908"/>
                    <a:pt x="26908" y="34528"/>
                    <a:pt x="18336" y="35481"/>
                  </a:cubicBezTo>
                  <a:lnTo>
                    <a:pt x="5001" y="37386"/>
                  </a:lnTo>
                  <a:cubicBezTo>
                    <a:pt x="-1667" y="38338"/>
                    <a:pt x="-1667" y="48816"/>
                    <a:pt x="5001" y="49768"/>
                  </a:cubicBezTo>
                  <a:lnTo>
                    <a:pt x="18336" y="51673"/>
                  </a:lnTo>
                  <a:cubicBezTo>
                    <a:pt x="26908" y="52626"/>
                    <a:pt x="34528" y="60246"/>
                    <a:pt x="35481" y="68818"/>
                  </a:cubicBezTo>
                  <a:lnTo>
                    <a:pt x="37386" y="82153"/>
                  </a:lnTo>
                  <a:cubicBezTo>
                    <a:pt x="38338" y="88821"/>
                    <a:pt x="48816" y="88821"/>
                    <a:pt x="49768" y="82153"/>
                  </a:cubicBezTo>
                  <a:lnTo>
                    <a:pt x="51673" y="68818"/>
                  </a:lnTo>
                  <a:cubicBezTo>
                    <a:pt x="52626" y="60246"/>
                    <a:pt x="60246" y="52626"/>
                    <a:pt x="68818" y="51673"/>
                  </a:cubicBezTo>
                  <a:lnTo>
                    <a:pt x="82153" y="49768"/>
                  </a:lnTo>
                  <a:cubicBezTo>
                    <a:pt x="88821" y="47863"/>
                    <a:pt x="88821" y="38338"/>
                    <a:pt x="82153" y="37386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11380440" y="1910946"/>
              <a:ext cx="69095" cy="69095"/>
            </a:xfrm>
            <a:custGeom>
              <a:avLst/>
              <a:gdLst>
                <a:gd name="connsiteX0" fmla="*/ 3572 w 47625"/>
                <a:gd name="connsiteY0" fmla="*/ 29527 h 47625"/>
                <a:gd name="connsiteX1" fmla="*/ 11192 w 47625"/>
                <a:gd name="connsiteY1" fmla="*/ 30480 h 47625"/>
                <a:gd name="connsiteX2" fmla="*/ 21669 w 47625"/>
                <a:gd name="connsiteY2" fmla="*/ 40957 h 47625"/>
                <a:gd name="connsiteX3" fmla="*/ 22622 w 47625"/>
                <a:gd name="connsiteY3" fmla="*/ 48577 h 47625"/>
                <a:gd name="connsiteX4" fmla="*/ 30242 w 47625"/>
                <a:gd name="connsiteY4" fmla="*/ 48577 h 47625"/>
                <a:gd name="connsiteX5" fmla="*/ 31194 w 47625"/>
                <a:gd name="connsiteY5" fmla="*/ 40957 h 47625"/>
                <a:gd name="connsiteX6" fmla="*/ 41672 w 47625"/>
                <a:gd name="connsiteY6" fmla="*/ 30480 h 47625"/>
                <a:gd name="connsiteX7" fmla="*/ 49292 w 47625"/>
                <a:gd name="connsiteY7" fmla="*/ 29527 h 47625"/>
                <a:gd name="connsiteX8" fmla="*/ 49292 w 47625"/>
                <a:gd name="connsiteY8" fmla="*/ 21907 h 47625"/>
                <a:gd name="connsiteX9" fmla="*/ 41672 w 47625"/>
                <a:gd name="connsiteY9" fmla="*/ 20955 h 47625"/>
                <a:gd name="connsiteX10" fmla="*/ 31194 w 47625"/>
                <a:gd name="connsiteY10" fmla="*/ 10477 h 47625"/>
                <a:gd name="connsiteX11" fmla="*/ 30242 w 47625"/>
                <a:gd name="connsiteY11" fmla="*/ 2857 h 47625"/>
                <a:gd name="connsiteX12" fmla="*/ 22622 w 47625"/>
                <a:gd name="connsiteY12" fmla="*/ 2857 h 47625"/>
                <a:gd name="connsiteX13" fmla="*/ 21669 w 47625"/>
                <a:gd name="connsiteY13" fmla="*/ 10477 h 47625"/>
                <a:gd name="connsiteX14" fmla="*/ 11192 w 47625"/>
                <a:gd name="connsiteY14" fmla="*/ 20955 h 47625"/>
                <a:gd name="connsiteX15" fmla="*/ 3572 w 47625"/>
                <a:gd name="connsiteY15" fmla="*/ 21907 h 47625"/>
                <a:gd name="connsiteX16" fmla="*/ 3572 w 47625"/>
                <a:gd name="connsiteY16" fmla="*/ 2952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3572" y="29527"/>
                  </a:moveTo>
                  <a:lnTo>
                    <a:pt x="11192" y="30480"/>
                  </a:lnTo>
                  <a:cubicBezTo>
                    <a:pt x="15954" y="31432"/>
                    <a:pt x="20717" y="35242"/>
                    <a:pt x="21669" y="40957"/>
                  </a:cubicBezTo>
                  <a:lnTo>
                    <a:pt x="22622" y="48577"/>
                  </a:lnTo>
                  <a:cubicBezTo>
                    <a:pt x="23574" y="52388"/>
                    <a:pt x="29289" y="52388"/>
                    <a:pt x="30242" y="48577"/>
                  </a:cubicBezTo>
                  <a:lnTo>
                    <a:pt x="31194" y="40957"/>
                  </a:lnTo>
                  <a:cubicBezTo>
                    <a:pt x="32147" y="36195"/>
                    <a:pt x="35957" y="31432"/>
                    <a:pt x="41672" y="30480"/>
                  </a:cubicBezTo>
                  <a:lnTo>
                    <a:pt x="49292" y="29527"/>
                  </a:lnTo>
                  <a:cubicBezTo>
                    <a:pt x="53102" y="28575"/>
                    <a:pt x="53102" y="22860"/>
                    <a:pt x="49292" y="21907"/>
                  </a:cubicBezTo>
                  <a:lnTo>
                    <a:pt x="41672" y="20955"/>
                  </a:lnTo>
                  <a:cubicBezTo>
                    <a:pt x="36909" y="20002"/>
                    <a:pt x="32147" y="16192"/>
                    <a:pt x="31194" y="10477"/>
                  </a:cubicBezTo>
                  <a:lnTo>
                    <a:pt x="30242" y="2857"/>
                  </a:lnTo>
                  <a:cubicBezTo>
                    <a:pt x="29289" y="-952"/>
                    <a:pt x="23574" y="-952"/>
                    <a:pt x="22622" y="2857"/>
                  </a:cubicBezTo>
                  <a:lnTo>
                    <a:pt x="21669" y="10477"/>
                  </a:lnTo>
                  <a:cubicBezTo>
                    <a:pt x="20717" y="15240"/>
                    <a:pt x="16907" y="20002"/>
                    <a:pt x="11192" y="20955"/>
                  </a:cubicBezTo>
                  <a:lnTo>
                    <a:pt x="3572" y="21907"/>
                  </a:lnTo>
                  <a:cubicBezTo>
                    <a:pt x="-1191" y="22860"/>
                    <a:pt x="-1191" y="28575"/>
                    <a:pt x="3572" y="29527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9430410" y="2324598"/>
              <a:ext cx="69095" cy="69095"/>
            </a:xfrm>
            <a:custGeom>
              <a:avLst/>
              <a:gdLst>
                <a:gd name="connsiteX0" fmla="*/ 48578 w 47625"/>
                <a:gd name="connsiteY0" fmla="*/ 21907 h 47625"/>
                <a:gd name="connsiteX1" fmla="*/ 40958 w 47625"/>
                <a:gd name="connsiteY1" fmla="*/ 20955 h 47625"/>
                <a:gd name="connsiteX2" fmla="*/ 30480 w 47625"/>
                <a:gd name="connsiteY2" fmla="*/ 10477 h 47625"/>
                <a:gd name="connsiteX3" fmla="*/ 29528 w 47625"/>
                <a:gd name="connsiteY3" fmla="*/ 2857 h 47625"/>
                <a:gd name="connsiteX4" fmla="*/ 21908 w 47625"/>
                <a:gd name="connsiteY4" fmla="*/ 2857 h 47625"/>
                <a:gd name="connsiteX5" fmla="*/ 20955 w 47625"/>
                <a:gd name="connsiteY5" fmla="*/ 10477 h 47625"/>
                <a:gd name="connsiteX6" fmla="*/ 10478 w 47625"/>
                <a:gd name="connsiteY6" fmla="*/ 20955 h 47625"/>
                <a:gd name="connsiteX7" fmla="*/ 2858 w 47625"/>
                <a:gd name="connsiteY7" fmla="*/ 21907 h 47625"/>
                <a:gd name="connsiteX8" fmla="*/ 2858 w 47625"/>
                <a:gd name="connsiteY8" fmla="*/ 29527 h 47625"/>
                <a:gd name="connsiteX9" fmla="*/ 10478 w 47625"/>
                <a:gd name="connsiteY9" fmla="*/ 30480 h 47625"/>
                <a:gd name="connsiteX10" fmla="*/ 20955 w 47625"/>
                <a:gd name="connsiteY10" fmla="*/ 40957 h 47625"/>
                <a:gd name="connsiteX11" fmla="*/ 21908 w 47625"/>
                <a:gd name="connsiteY11" fmla="*/ 48577 h 47625"/>
                <a:gd name="connsiteX12" fmla="*/ 29528 w 47625"/>
                <a:gd name="connsiteY12" fmla="*/ 48577 h 47625"/>
                <a:gd name="connsiteX13" fmla="*/ 30480 w 47625"/>
                <a:gd name="connsiteY13" fmla="*/ 40957 h 47625"/>
                <a:gd name="connsiteX14" fmla="*/ 40958 w 47625"/>
                <a:gd name="connsiteY14" fmla="*/ 30480 h 47625"/>
                <a:gd name="connsiteX15" fmla="*/ 48578 w 47625"/>
                <a:gd name="connsiteY15" fmla="*/ 29527 h 47625"/>
                <a:gd name="connsiteX16" fmla="*/ 48578 w 47625"/>
                <a:gd name="connsiteY16" fmla="*/ 2190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48578" y="21907"/>
                  </a:moveTo>
                  <a:lnTo>
                    <a:pt x="40958" y="20955"/>
                  </a:lnTo>
                  <a:cubicBezTo>
                    <a:pt x="35242" y="20002"/>
                    <a:pt x="31433" y="16193"/>
                    <a:pt x="30480" y="10477"/>
                  </a:cubicBezTo>
                  <a:lnTo>
                    <a:pt x="29528" y="2857"/>
                  </a:lnTo>
                  <a:cubicBezTo>
                    <a:pt x="28575" y="-952"/>
                    <a:pt x="22860" y="-952"/>
                    <a:pt x="21908" y="2857"/>
                  </a:cubicBezTo>
                  <a:lnTo>
                    <a:pt x="20955" y="10477"/>
                  </a:lnTo>
                  <a:cubicBezTo>
                    <a:pt x="20003" y="15240"/>
                    <a:pt x="16192" y="20002"/>
                    <a:pt x="10478" y="20955"/>
                  </a:cubicBezTo>
                  <a:lnTo>
                    <a:pt x="2858" y="21907"/>
                  </a:lnTo>
                  <a:cubicBezTo>
                    <a:pt x="-953" y="22860"/>
                    <a:pt x="-953" y="28575"/>
                    <a:pt x="2858" y="29527"/>
                  </a:cubicBezTo>
                  <a:lnTo>
                    <a:pt x="10478" y="30480"/>
                  </a:lnTo>
                  <a:cubicBezTo>
                    <a:pt x="15240" y="31432"/>
                    <a:pt x="20003" y="35243"/>
                    <a:pt x="20955" y="40957"/>
                  </a:cubicBezTo>
                  <a:lnTo>
                    <a:pt x="21908" y="48577"/>
                  </a:lnTo>
                  <a:cubicBezTo>
                    <a:pt x="22860" y="52387"/>
                    <a:pt x="28575" y="52387"/>
                    <a:pt x="29528" y="48577"/>
                  </a:cubicBezTo>
                  <a:lnTo>
                    <a:pt x="30480" y="40957"/>
                  </a:lnTo>
                  <a:cubicBezTo>
                    <a:pt x="31433" y="36195"/>
                    <a:pt x="35242" y="31432"/>
                    <a:pt x="40958" y="30480"/>
                  </a:cubicBezTo>
                  <a:lnTo>
                    <a:pt x="48578" y="29527"/>
                  </a:lnTo>
                  <a:cubicBezTo>
                    <a:pt x="52387" y="27623"/>
                    <a:pt x="52387" y="21907"/>
                    <a:pt x="48578" y="219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10702438" y="1207135"/>
              <a:ext cx="69095" cy="69095"/>
            </a:xfrm>
            <a:custGeom>
              <a:avLst/>
              <a:gdLst>
                <a:gd name="connsiteX0" fmla="*/ 48577 w 47625"/>
                <a:gd name="connsiteY0" fmla="*/ 21908 h 47625"/>
                <a:gd name="connsiteX1" fmla="*/ 40958 w 47625"/>
                <a:gd name="connsiteY1" fmla="*/ 20955 h 47625"/>
                <a:gd name="connsiteX2" fmla="*/ 30480 w 47625"/>
                <a:gd name="connsiteY2" fmla="*/ 10478 h 47625"/>
                <a:gd name="connsiteX3" fmla="*/ 29527 w 47625"/>
                <a:gd name="connsiteY3" fmla="*/ 2858 h 47625"/>
                <a:gd name="connsiteX4" fmla="*/ 21908 w 47625"/>
                <a:gd name="connsiteY4" fmla="*/ 2858 h 47625"/>
                <a:gd name="connsiteX5" fmla="*/ 20955 w 47625"/>
                <a:gd name="connsiteY5" fmla="*/ 10478 h 47625"/>
                <a:gd name="connsiteX6" fmla="*/ 10477 w 47625"/>
                <a:gd name="connsiteY6" fmla="*/ 20955 h 47625"/>
                <a:gd name="connsiteX7" fmla="*/ 2858 w 47625"/>
                <a:gd name="connsiteY7" fmla="*/ 21908 h 47625"/>
                <a:gd name="connsiteX8" fmla="*/ 2858 w 47625"/>
                <a:gd name="connsiteY8" fmla="*/ 29528 h 47625"/>
                <a:gd name="connsiteX9" fmla="*/ 10477 w 47625"/>
                <a:gd name="connsiteY9" fmla="*/ 30480 h 47625"/>
                <a:gd name="connsiteX10" fmla="*/ 20955 w 47625"/>
                <a:gd name="connsiteY10" fmla="*/ 40958 h 47625"/>
                <a:gd name="connsiteX11" fmla="*/ 21908 w 47625"/>
                <a:gd name="connsiteY11" fmla="*/ 48578 h 47625"/>
                <a:gd name="connsiteX12" fmla="*/ 29527 w 47625"/>
                <a:gd name="connsiteY12" fmla="*/ 48578 h 47625"/>
                <a:gd name="connsiteX13" fmla="*/ 30480 w 47625"/>
                <a:gd name="connsiteY13" fmla="*/ 40958 h 47625"/>
                <a:gd name="connsiteX14" fmla="*/ 40958 w 47625"/>
                <a:gd name="connsiteY14" fmla="*/ 30480 h 47625"/>
                <a:gd name="connsiteX15" fmla="*/ 48577 w 47625"/>
                <a:gd name="connsiteY15" fmla="*/ 29528 h 47625"/>
                <a:gd name="connsiteX16" fmla="*/ 48577 w 47625"/>
                <a:gd name="connsiteY16" fmla="*/ 2190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48577" y="21908"/>
                  </a:moveTo>
                  <a:lnTo>
                    <a:pt x="40958" y="20955"/>
                  </a:lnTo>
                  <a:cubicBezTo>
                    <a:pt x="36195" y="20003"/>
                    <a:pt x="31433" y="16193"/>
                    <a:pt x="30480" y="10478"/>
                  </a:cubicBezTo>
                  <a:lnTo>
                    <a:pt x="29527" y="2858"/>
                  </a:lnTo>
                  <a:cubicBezTo>
                    <a:pt x="28575" y="-953"/>
                    <a:pt x="22860" y="-953"/>
                    <a:pt x="21908" y="2858"/>
                  </a:cubicBezTo>
                  <a:lnTo>
                    <a:pt x="20955" y="10478"/>
                  </a:lnTo>
                  <a:cubicBezTo>
                    <a:pt x="20002" y="15240"/>
                    <a:pt x="16193" y="20003"/>
                    <a:pt x="10477" y="20955"/>
                  </a:cubicBezTo>
                  <a:lnTo>
                    <a:pt x="2858" y="21908"/>
                  </a:lnTo>
                  <a:cubicBezTo>
                    <a:pt x="-953" y="22860"/>
                    <a:pt x="-953" y="28575"/>
                    <a:pt x="2858" y="29528"/>
                  </a:cubicBezTo>
                  <a:lnTo>
                    <a:pt x="10477" y="30480"/>
                  </a:lnTo>
                  <a:cubicBezTo>
                    <a:pt x="15240" y="31433"/>
                    <a:pt x="20002" y="35243"/>
                    <a:pt x="20955" y="40958"/>
                  </a:cubicBezTo>
                  <a:lnTo>
                    <a:pt x="21908" y="48578"/>
                  </a:lnTo>
                  <a:cubicBezTo>
                    <a:pt x="22860" y="52387"/>
                    <a:pt x="28575" y="52387"/>
                    <a:pt x="29527" y="48578"/>
                  </a:cubicBezTo>
                  <a:lnTo>
                    <a:pt x="30480" y="40958"/>
                  </a:lnTo>
                  <a:cubicBezTo>
                    <a:pt x="31433" y="36195"/>
                    <a:pt x="35243" y="31433"/>
                    <a:pt x="40958" y="30480"/>
                  </a:cubicBezTo>
                  <a:lnTo>
                    <a:pt x="48577" y="29528"/>
                  </a:lnTo>
                  <a:cubicBezTo>
                    <a:pt x="52388" y="28575"/>
                    <a:pt x="52388" y="22860"/>
                    <a:pt x="48577" y="21908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/>
            <p:cNvSpPr/>
            <p:nvPr/>
          </p:nvSpPr>
          <p:spPr>
            <a:xfrm>
              <a:off x="11698116" y="5060770"/>
              <a:ext cx="69095" cy="69095"/>
            </a:xfrm>
            <a:custGeom>
              <a:avLst/>
              <a:gdLst>
                <a:gd name="connsiteX0" fmla="*/ 48577 w 47625"/>
                <a:gd name="connsiteY0" fmla="*/ 21908 h 47625"/>
                <a:gd name="connsiteX1" fmla="*/ 40957 w 47625"/>
                <a:gd name="connsiteY1" fmla="*/ 20955 h 47625"/>
                <a:gd name="connsiteX2" fmla="*/ 30480 w 47625"/>
                <a:gd name="connsiteY2" fmla="*/ 10478 h 47625"/>
                <a:gd name="connsiteX3" fmla="*/ 29527 w 47625"/>
                <a:gd name="connsiteY3" fmla="*/ 2858 h 47625"/>
                <a:gd name="connsiteX4" fmla="*/ 21907 w 47625"/>
                <a:gd name="connsiteY4" fmla="*/ 2858 h 47625"/>
                <a:gd name="connsiteX5" fmla="*/ 20955 w 47625"/>
                <a:gd name="connsiteY5" fmla="*/ 10478 h 47625"/>
                <a:gd name="connsiteX6" fmla="*/ 10477 w 47625"/>
                <a:gd name="connsiteY6" fmla="*/ 20955 h 47625"/>
                <a:gd name="connsiteX7" fmla="*/ 2857 w 47625"/>
                <a:gd name="connsiteY7" fmla="*/ 21908 h 47625"/>
                <a:gd name="connsiteX8" fmla="*/ 2857 w 47625"/>
                <a:gd name="connsiteY8" fmla="*/ 29528 h 47625"/>
                <a:gd name="connsiteX9" fmla="*/ 10477 w 47625"/>
                <a:gd name="connsiteY9" fmla="*/ 30480 h 47625"/>
                <a:gd name="connsiteX10" fmla="*/ 20955 w 47625"/>
                <a:gd name="connsiteY10" fmla="*/ 40958 h 47625"/>
                <a:gd name="connsiteX11" fmla="*/ 21907 w 47625"/>
                <a:gd name="connsiteY11" fmla="*/ 48578 h 47625"/>
                <a:gd name="connsiteX12" fmla="*/ 29527 w 47625"/>
                <a:gd name="connsiteY12" fmla="*/ 48578 h 47625"/>
                <a:gd name="connsiteX13" fmla="*/ 30480 w 47625"/>
                <a:gd name="connsiteY13" fmla="*/ 40958 h 47625"/>
                <a:gd name="connsiteX14" fmla="*/ 40957 w 47625"/>
                <a:gd name="connsiteY14" fmla="*/ 30480 h 47625"/>
                <a:gd name="connsiteX15" fmla="*/ 48577 w 47625"/>
                <a:gd name="connsiteY15" fmla="*/ 29528 h 47625"/>
                <a:gd name="connsiteX16" fmla="*/ 48577 w 47625"/>
                <a:gd name="connsiteY16" fmla="*/ 2190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48577" y="21908"/>
                  </a:moveTo>
                  <a:lnTo>
                    <a:pt x="40957" y="20955"/>
                  </a:lnTo>
                  <a:cubicBezTo>
                    <a:pt x="36195" y="20003"/>
                    <a:pt x="31432" y="16193"/>
                    <a:pt x="30480" y="10478"/>
                  </a:cubicBezTo>
                  <a:lnTo>
                    <a:pt x="29527" y="2858"/>
                  </a:lnTo>
                  <a:cubicBezTo>
                    <a:pt x="28575" y="-953"/>
                    <a:pt x="22860" y="-953"/>
                    <a:pt x="21907" y="2858"/>
                  </a:cubicBezTo>
                  <a:lnTo>
                    <a:pt x="20955" y="10478"/>
                  </a:lnTo>
                  <a:cubicBezTo>
                    <a:pt x="20002" y="15240"/>
                    <a:pt x="16192" y="20003"/>
                    <a:pt x="10477" y="20955"/>
                  </a:cubicBezTo>
                  <a:lnTo>
                    <a:pt x="2857" y="21908"/>
                  </a:lnTo>
                  <a:cubicBezTo>
                    <a:pt x="-952" y="22860"/>
                    <a:pt x="-952" y="28575"/>
                    <a:pt x="2857" y="29528"/>
                  </a:cubicBezTo>
                  <a:lnTo>
                    <a:pt x="10477" y="30480"/>
                  </a:lnTo>
                  <a:cubicBezTo>
                    <a:pt x="15240" y="31433"/>
                    <a:pt x="20002" y="35243"/>
                    <a:pt x="20955" y="40958"/>
                  </a:cubicBezTo>
                  <a:lnTo>
                    <a:pt x="21907" y="48578"/>
                  </a:lnTo>
                  <a:cubicBezTo>
                    <a:pt x="22860" y="52388"/>
                    <a:pt x="28575" y="52388"/>
                    <a:pt x="29527" y="48578"/>
                  </a:cubicBezTo>
                  <a:lnTo>
                    <a:pt x="30480" y="40958"/>
                  </a:lnTo>
                  <a:cubicBezTo>
                    <a:pt x="31432" y="36195"/>
                    <a:pt x="35242" y="31433"/>
                    <a:pt x="40957" y="30480"/>
                  </a:cubicBezTo>
                  <a:lnTo>
                    <a:pt x="48577" y="29528"/>
                  </a:lnTo>
                  <a:cubicBezTo>
                    <a:pt x="53340" y="28575"/>
                    <a:pt x="53340" y="21908"/>
                    <a:pt x="48577" y="21908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11287689" y="4309013"/>
              <a:ext cx="69095" cy="69095"/>
            </a:xfrm>
            <a:custGeom>
              <a:avLst/>
              <a:gdLst>
                <a:gd name="connsiteX0" fmla="*/ 48578 w 47625"/>
                <a:gd name="connsiteY0" fmla="*/ 21907 h 47625"/>
                <a:gd name="connsiteX1" fmla="*/ 40958 w 47625"/>
                <a:gd name="connsiteY1" fmla="*/ 20955 h 47625"/>
                <a:gd name="connsiteX2" fmla="*/ 30480 w 47625"/>
                <a:gd name="connsiteY2" fmla="*/ 10478 h 47625"/>
                <a:gd name="connsiteX3" fmla="*/ 29528 w 47625"/>
                <a:gd name="connsiteY3" fmla="*/ 2857 h 47625"/>
                <a:gd name="connsiteX4" fmla="*/ 21908 w 47625"/>
                <a:gd name="connsiteY4" fmla="*/ 2857 h 47625"/>
                <a:gd name="connsiteX5" fmla="*/ 20955 w 47625"/>
                <a:gd name="connsiteY5" fmla="*/ 10478 h 47625"/>
                <a:gd name="connsiteX6" fmla="*/ 10478 w 47625"/>
                <a:gd name="connsiteY6" fmla="*/ 20955 h 47625"/>
                <a:gd name="connsiteX7" fmla="*/ 2858 w 47625"/>
                <a:gd name="connsiteY7" fmla="*/ 21907 h 47625"/>
                <a:gd name="connsiteX8" fmla="*/ 2858 w 47625"/>
                <a:gd name="connsiteY8" fmla="*/ 29528 h 47625"/>
                <a:gd name="connsiteX9" fmla="*/ 10478 w 47625"/>
                <a:gd name="connsiteY9" fmla="*/ 30480 h 47625"/>
                <a:gd name="connsiteX10" fmla="*/ 20955 w 47625"/>
                <a:gd name="connsiteY10" fmla="*/ 40957 h 47625"/>
                <a:gd name="connsiteX11" fmla="*/ 21908 w 47625"/>
                <a:gd name="connsiteY11" fmla="*/ 48578 h 47625"/>
                <a:gd name="connsiteX12" fmla="*/ 29528 w 47625"/>
                <a:gd name="connsiteY12" fmla="*/ 48578 h 47625"/>
                <a:gd name="connsiteX13" fmla="*/ 30480 w 47625"/>
                <a:gd name="connsiteY13" fmla="*/ 40957 h 47625"/>
                <a:gd name="connsiteX14" fmla="*/ 40958 w 47625"/>
                <a:gd name="connsiteY14" fmla="*/ 30480 h 47625"/>
                <a:gd name="connsiteX15" fmla="*/ 48578 w 47625"/>
                <a:gd name="connsiteY15" fmla="*/ 29528 h 47625"/>
                <a:gd name="connsiteX16" fmla="*/ 48578 w 47625"/>
                <a:gd name="connsiteY16" fmla="*/ 2190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48578" y="21907"/>
                  </a:moveTo>
                  <a:lnTo>
                    <a:pt x="40958" y="20955"/>
                  </a:lnTo>
                  <a:cubicBezTo>
                    <a:pt x="36195" y="20003"/>
                    <a:pt x="31433" y="16193"/>
                    <a:pt x="30480" y="10478"/>
                  </a:cubicBezTo>
                  <a:lnTo>
                    <a:pt x="29528" y="2857"/>
                  </a:lnTo>
                  <a:cubicBezTo>
                    <a:pt x="28575" y="-952"/>
                    <a:pt x="22860" y="-952"/>
                    <a:pt x="21908" y="2857"/>
                  </a:cubicBezTo>
                  <a:lnTo>
                    <a:pt x="20955" y="10478"/>
                  </a:lnTo>
                  <a:cubicBezTo>
                    <a:pt x="20003" y="15240"/>
                    <a:pt x="16193" y="20003"/>
                    <a:pt x="10478" y="20955"/>
                  </a:cubicBezTo>
                  <a:lnTo>
                    <a:pt x="2858" y="21907"/>
                  </a:lnTo>
                  <a:cubicBezTo>
                    <a:pt x="-953" y="22860"/>
                    <a:pt x="-953" y="28575"/>
                    <a:pt x="2858" y="29528"/>
                  </a:cubicBezTo>
                  <a:lnTo>
                    <a:pt x="10478" y="30480"/>
                  </a:lnTo>
                  <a:cubicBezTo>
                    <a:pt x="15240" y="31432"/>
                    <a:pt x="20003" y="35243"/>
                    <a:pt x="20955" y="40957"/>
                  </a:cubicBezTo>
                  <a:lnTo>
                    <a:pt x="21908" y="48578"/>
                  </a:lnTo>
                  <a:cubicBezTo>
                    <a:pt x="22860" y="52388"/>
                    <a:pt x="28575" y="52388"/>
                    <a:pt x="29528" y="48578"/>
                  </a:cubicBezTo>
                  <a:lnTo>
                    <a:pt x="30480" y="40957"/>
                  </a:lnTo>
                  <a:cubicBezTo>
                    <a:pt x="31433" y="36195"/>
                    <a:pt x="35243" y="31432"/>
                    <a:pt x="40958" y="30480"/>
                  </a:cubicBezTo>
                  <a:lnTo>
                    <a:pt x="48578" y="29528"/>
                  </a:lnTo>
                  <a:cubicBezTo>
                    <a:pt x="52388" y="28575"/>
                    <a:pt x="52388" y="22860"/>
                    <a:pt x="48578" y="219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8771260" y="6591099"/>
              <a:ext cx="69095" cy="69095"/>
            </a:xfrm>
            <a:custGeom>
              <a:avLst/>
              <a:gdLst>
                <a:gd name="connsiteX0" fmla="*/ 48578 w 47625"/>
                <a:gd name="connsiteY0" fmla="*/ 21907 h 47625"/>
                <a:gd name="connsiteX1" fmla="*/ 40958 w 47625"/>
                <a:gd name="connsiteY1" fmla="*/ 20955 h 47625"/>
                <a:gd name="connsiteX2" fmla="*/ 30480 w 47625"/>
                <a:gd name="connsiteY2" fmla="*/ 10478 h 47625"/>
                <a:gd name="connsiteX3" fmla="*/ 29528 w 47625"/>
                <a:gd name="connsiteY3" fmla="*/ 2857 h 47625"/>
                <a:gd name="connsiteX4" fmla="*/ 21908 w 47625"/>
                <a:gd name="connsiteY4" fmla="*/ 2857 h 47625"/>
                <a:gd name="connsiteX5" fmla="*/ 20955 w 47625"/>
                <a:gd name="connsiteY5" fmla="*/ 10478 h 47625"/>
                <a:gd name="connsiteX6" fmla="*/ 10478 w 47625"/>
                <a:gd name="connsiteY6" fmla="*/ 20955 h 47625"/>
                <a:gd name="connsiteX7" fmla="*/ 2858 w 47625"/>
                <a:gd name="connsiteY7" fmla="*/ 21907 h 47625"/>
                <a:gd name="connsiteX8" fmla="*/ 2858 w 47625"/>
                <a:gd name="connsiteY8" fmla="*/ 29528 h 47625"/>
                <a:gd name="connsiteX9" fmla="*/ 10478 w 47625"/>
                <a:gd name="connsiteY9" fmla="*/ 30480 h 47625"/>
                <a:gd name="connsiteX10" fmla="*/ 20955 w 47625"/>
                <a:gd name="connsiteY10" fmla="*/ 40957 h 47625"/>
                <a:gd name="connsiteX11" fmla="*/ 21908 w 47625"/>
                <a:gd name="connsiteY11" fmla="*/ 48578 h 47625"/>
                <a:gd name="connsiteX12" fmla="*/ 29528 w 47625"/>
                <a:gd name="connsiteY12" fmla="*/ 48578 h 47625"/>
                <a:gd name="connsiteX13" fmla="*/ 30480 w 47625"/>
                <a:gd name="connsiteY13" fmla="*/ 40957 h 47625"/>
                <a:gd name="connsiteX14" fmla="*/ 40958 w 47625"/>
                <a:gd name="connsiteY14" fmla="*/ 30480 h 47625"/>
                <a:gd name="connsiteX15" fmla="*/ 48578 w 47625"/>
                <a:gd name="connsiteY15" fmla="*/ 29528 h 47625"/>
                <a:gd name="connsiteX16" fmla="*/ 48578 w 47625"/>
                <a:gd name="connsiteY16" fmla="*/ 2190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48578" y="21907"/>
                  </a:moveTo>
                  <a:lnTo>
                    <a:pt x="40958" y="20955"/>
                  </a:lnTo>
                  <a:cubicBezTo>
                    <a:pt x="35242" y="20003"/>
                    <a:pt x="31433" y="16192"/>
                    <a:pt x="30480" y="10478"/>
                  </a:cubicBezTo>
                  <a:lnTo>
                    <a:pt x="29528" y="2857"/>
                  </a:lnTo>
                  <a:cubicBezTo>
                    <a:pt x="28575" y="-952"/>
                    <a:pt x="22860" y="-952"/>
                    <a:pt x="21908" y="2857"/>
                  </a:cubicBezTo>
                  <a:lnTo>
                    <a:pt x="20955" y="10478"/>
                  </a:lnTo>
                  <a:cubicBezTo>
                    <a:pt x="20003" y="15240"/>
                    <a:pt x="16192" y="20003"/>
                    <a:pt x="10478" y="20955"/>
                  </a:cubicBezTo>
                  <a:lnTo>
                    <a:pt x="2858" y="21907"/>
                  </a:lnTo>
                  <a:cubicBezTo>
                    <a:pt x="-953" y="22860"/>
                    <a:pt x="-953" y="28575"/>
                    <a:pt x="2858" y="29528"/>
                  </a:cubicBezTo>
                  <a:lnTo>
                    <a:pt x="10478" y="30480"/>
                  </a:lnTo>
                  <a:cubicBezTo>
                    <a:pt x="15240" y="31432"/>
                    <a:pt x="20003" y="35242"/>
                    <a:pt x="20955" y="40957"/>
                  </a:cubicBezTo>
                  <a:lnTo>
                    <a:pt x="21908" y="48578"/>
                  </a:lnTo>
                  <a:cubicBezTo>
                    <a:pt x="22860" y="52388"/>
                    <a:pt x="28575" y="52388"/>
                    <a:pt x="29528" y="48578"/>
                  </a:cubicBezTo>
                  <a:lnTo>
                    <a:pt x="30480" y="40957"/>
                  </a:lnTo>
                  <a:cubicBezTo>
                    <a:pt x="31433" y="36195"/>
                    <a:pt x="35242" y="31432"/>
                    <a:pt x="40958" y="30480"/>
                  </a:cubicBezTo>
                  <a:lnTo>
                    <a:pt x="48578" y="29528"/>
                  </a:lnTo>
                  <a:cubicBezTo>
                    <a:pt x="52388" y="28575"/>
                    <a:pt x="52388" y="22860"/>
                    <a:pt x="48578" y="219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/>
            <p:cNvSpPr/>
            <p:nvPr/>
          </p:nvSpPr>
          <p:spPr>
            <a:xfrm>
              <a:off x="9437552" y="3593705"/>
              <a:ext cx="69095" cy="69095"/>
            </a:xfrm>
            <a:custGeom>
              <a:avLst/>
              <a:gdLst>
                <a:gd name="connsiteX0" fmla="*/ 48577 w 47625"/>
                <a:gd name="connsiteY0" fmla="*/ 21907 h 47625"/>
                <a:gd name="connsiteX1" fmla="*/ 40958 w 47625"/>
                <a:gd name="connsiteY1" fmla="*/ 20955 h 47625"/>
                <a:gd name="connsiteX2" fmla="*/ 30480 w 47625"/>
                <a:gd name="connsiteY2" fmla="*/ 10477 h 47625"/>
                <a:gd name="connsiteX3" fmla="*/ 29527 w 47625"/>
                <a:gd name="connsiteY3" fmla="*/ 2857 h 47625"/>
                <a:gd name="connsiteX4" fmla="*/ 21908 w 47625"/>
                <a:gd name="connsiteY4" fmla="*/ 2857 h 47625"/>
                <a:gd name="connsiteX5" fmla="*/ 20955 w 47625"/>
                <a:gd name="connsiteY5" fmla="*/ 10477 h 47625"/>
                <a:gd name="connsiteX6" fmla="*/ 10477 w 47625"/>
                <a:gd name="connsiteY6" fmla="*/ 20955 h 47625"/>
                <a:gd name="connsiteX7" fmla="*/ 2858 w 47625"/>
                <a:gd name="connsiteY7" fmla="*/ 21907 h 47625"/>
                <a:gd name="connsiteX8" fmla="*/ 2858 w 47625"/>
                <a:gd name="connsiteY8" fmla="*/ 29527 h 47625"/>
                <a:gd name="connsiteX9" fmla="*/ 10477 w 47625"/>
                <a:gd name="connsiteY9" fmla="*/ 30480 h 47625"/>
                <a:gd name="connsiteX10" fmla="*/ 20955 w 47625"/>
                <a:gd name="connsiteY10" fmla="*/ 40957 h 47625"/>
                <a:gd name="connsiteX11" fmla="*/ 21908 w 47625"/>
                <a:gd name="connsiteY11" fmla="*/ 48577 h 47625"/>
                <a:gd name="connsiteX12" fmla="*/ 29527 w 47625"/>
                <a:gd name="connsiteY12" fmla="*/ 48577 h 47625"/>
                <a:gd name="connsiteX13" fmla="*/ 30480 w 47625"/>
                <a:gd name="connsiteY13" fmla="*/ 40957 h 47625"/>
                <a:gd name="connsiteX14" fmla="*/ 40958 w 47625"/>
                <a:gd name="connsiteY14" fmla="*/ 30480 h 47625"/>
                <a:gd name="connsiteX15" fmla="*/ 48577 w 47625"/>
                <a:gd name="connsiteY15" fmla="*/ 29527 h 47625"/>
                <a:gd name="connsiteX16" fmla="*/ 48577 w 47625"/>
                <a:gd name="connsiteY16" fmla="*/ 2190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48577" y="21907"/>
                  </a:moveTo>
                  <a:lnTo>
                    <a:pt x="40958" y="20955"/>
                  </a:lnTo>
                  <a:cubicBezTo>
                    <a:pt x="36195" y="20002"/>
                    <a:pt x="31433" y="16192"/>
                    <a:pt x="30480" y="10477"/>
                  </a:cubicBezTo>
                  <a:lnTo>
                    <a:pt x="29527" y="2857"/>
                  </a:lnTo>
                  <a:cubicBezTo>
                    <a:pt x="28575" y="-952"/>
                    <a:pt x="22860" y="-952"/>
                    <a:pt x="21908" y="2857"/>
                  </a:cubicBezTo>
                  <a:lnTo>
                    <a:pt x="20955" y="10477"/>
                  </a:lnTo>
                  <a:cubicBezTo>
                    <a:pt x="20002" y="15240"/>
                    <a:pt x="16192" y="20002"/>
                    <a:pt x="10477" y="20955"/>
                  </a:cubicBezTo>
                  <a:lnTo>
                    <a:pt x="2858" y="21907"/>
                  </a:lnTo>
                  <a:cubicBezTo>
                    <a:pt x="-953" y="22860"/>
                    <a:pt x="-953" y="28575"/>
                    <a:pt x="2858" y="29527"/>
                  </a:cubicBezTo>
                  <a:lnTo>
                    <a:pt x="10477" y="30480"/>
                  </a:lnTo>
                  <a:cubicBezTo>
                    <a:pt x="15240" y="31432"/>
                    <a:pt x="20002" y="35242"/>
                    <a:pt x="20955" y="40957"/>
                  </a:cubicBezTo>
                  <a:lnTo>
                    <a:pt x="21908" y="48577"/>
                  </a:lnTo>
                  <a:cubicBezTo>
                    <a:pt x="22860" y="52387"/>
                    <a:pt x="28575" y="52387"/>
                    <a:pt x="29527" y="48577"/>
                  </a:cubicBezTo>
                  <a:lnTo>
                    <a:pt x="30480" y="40957"/>
                  </a:lnTo>
                  <a:cubicBezTo>
                    <a:pt x="31433" y="36195"/>
                    <a:pt x="35242" y="31432"/>
                    <a:pt x="40958" y="30480"/>
                  </a:cubicBezTo>
                  <a:lnTo>
                    <a:pt x="48577" y="29527"/>
                  </a:lnTo>
                  <a:cubicBezTo>
                    <a:pt x="52387" y="28575"/>
                    <a:pt x="52387" y="22860"/>
                    <a:pt x="48577" y="219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8060961" y="4899648"/>
              <a:ext cx="69095" cy="69095"/>
            </a:xfrm>
            <a:custGeom>
              <a:avLst/>
              <a:gdLst>
                <a:gd name="connsiteX0" fmla="*/ 48578 w 47625"/>
                <a:gd name="connsiteY0" fmla="*/ 21907 h 47625"/>
                <a:gd name="connsiteX1" fmla="*/ 40958 w 47625"/>
                <a:gd name="connsiteY1" fmla="*/ 20955 h 47625"/>
                <a:gd name="connsiteX2" fmla="*/ 30480 w 47625"/>
                <a:gd name="connsiteY2" fmla="*/ 10477 h 47625"/>
                <a:gd name="connsiteX3" fmla="*/ 29528 w 47625"/>
                <a:gd name="connsiteY3" fmla="*/ 2857 h 47625"/>
                <a:gd name="connsiteX4" fmla="*/ 21908 w 47625"/>
                <a:gd name="connsiteY4" fmla="*/ 2857 h 47625"/>
                <a:gd name="connsiteX5" fmla="*/ 20955 w 47625"/>
                <a:gd name="connsiteY5" fmla="*/ 10477 h 47625"/>
                <a:gd name="connsiteX6" fmla="*/ 10478 w 47625"/>
                <a:gd name="connsiteY6" fmla="*/ 20955 h 47625"/>
                <a:gd name="connsiteX7" fmla="*/ 2858 w 47625"/>
                <a:gd name="connsiteY7" fmla="*/ 21907 h 47625"/>
                <a:gd name="connsiteX8" fmla="*/ 2858 w 47625"/>
                <a:gd name="connsiteY8" fmla="*/ 29527 h 47625"/>
                <a:gd name="connsiteX9" fmla="*/ 10478 w 47625"/>
                <a:gd name="connsiteY9" fmla="*/ 30480 h 47625"/>
                <a:gd name="connsiteX10" fmla="*/ 20955 w 47625"/>
                <a:gd name="connsiteY10" fmla="*/ 40957 h 47625"/>
                <a:gd name="connsiteX11" fmla="*/ 21908 w 47625"/>
                <a:gd name="connsiteY11" fmla="*/ 48577 h 47625"/>
                <a:gd name="connsiteX12" fmla="*/ 29528 w 47625"/>
                <a:gd name="connsiteY12" fmla="*/ 48577 h 47625"/>
                <a:gd name="connsiteX13" fmla="*/ 30480 w 47625"/>
                <a:gd name="connsiteY13" fmla="*/ 40957 h 47625"/>
                <a:gd name="connsiteX14" fmla="*/ 40958 w 47625"/>
                <a:gd name="connsiteY14" fmla="*/ 30480 h 47625"/>
                <a:gd name="connsiteX15" fmla="*/ 48578 w 47625"/>
                <a:gd name="connsiteY15" fmla="*/ 29527 h 47625"/>
                <a:gd name="connsiteX16" fmla="*/ 48578 w 47625"/>
                <a:gd name="connsiteY16" fmla="*/ 2190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47625">
                  <a:moveTo>
                    <a:pt x="48578" y="21907"/>
                  </a:moveTo>
                  <a:lnTo>
                    <a:pt x="40958" y="20955"/>
                  </a:lnTo>
                  <a:cubicBezTo>
                    <a:pt x="36195" y="20002"/>
                    <a:pt x="31433" y="16192"/>
                    <a:pt x="30480" y="10477"/>
                  </a:cubicBezTo>
                  <a:lnTo>
                    <a:pt x="29528" y="2857"/>
                  </a:lnTo>
                  <a:cubicBezTo>
                    <a:pt x="28575" y="-952"/>
                    <a:pt x="22860" y="-952"/>
                    <a:pt x="21908" y="2857"/>
                  </a:cubicBezTo>
                  <a:lnTo>
                    <a:pt x="20955" y="10477"/>
                  </a:lnTo>
                  <a:cubicBezTo>
                    <a:pt x="20003" y="15240"/>
                    <a:pt x="16193" y="20002"/>
                    <a:pt x="10478" y="20955"/>
                  </a:cubicBezTo>
                  <a:lnTo>
                    <a:pt x="2858" y="21907"/>
                  </a:lnTo>
                  <a:cubicBezTo>
                    <a:pt x="-953" y="22860"/>
                    <a:pt x="-953" y="28575"/>
                    <a:pt x="2858" y="29527"/>
                  </a:cubicBezTo>
                  <a:lnTo>
                    <a:pt x="10478" y="30480"/>
                  </a:lnTo>
                  <a:cubicBezTo>
                    <a:pt x="15240" y="31432"/>
                    <a:pt x="20003" y="35242"/>
                    <a:pt x="20955" y="40957"/>
                  </a:cubicBezTo>
                  <a:lnTo>
                    <a:pt x="21908" y="48577"/>
                  </a:lnTo>
                  <a:cubicBezTo>
                    <a:pt x="22860" y="52388"/>
                    <a:pt x="28575" y="52388"/>
                    <a:pt x="29528" y="48577"/>
                  </a:cubicBezTo>
                  <a:lnTo>
                    <a:pt x="30480" y="40957"/>
                  </a:lnTo>
                  <a:cubicBezTo>
                    <a:pt x="31433" y="36195"/>
                    <a:pt x="35243" y="31432"/>
                    <a:pt x="40958" y="30480"/>
                  </a:cubicBezTo>
                  <a:lnTo>
                    <a:pt x="48578" y="29527"/>
                  </a:lnTo>
                  <a:cubicBezTo>
                    <a:pt x="53340" y="28575"/>
                    <a:pt x="53340" y="21907"/>
                    <a:pt x="48578" y="2190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7656331" y="2872769"/>
              <a:ext cx="1580265" cy="1581183"/>
              <a:chOff x="7656331" y="2872769"/>
              <a:chExt cx="1580265" cy="1581183"/>
            </a:xfrm>
            <a:effectLst>
              <a:glow rad="101600">
                <a:schemeClr val="accent2">
                  <a:lumMod val="60000"/>
                  <a:lumOff val="40000"/>
                  <a:alpha val="28000"/>
                </a:schemeClr>
              </a:glow>
            </a:effectLst>
          </p:grpSpPr>
          <p:sp>
            <p:nvSpPr>
              <p:cNvPr id="80" name="任意多边形: 形状 79"/>
              <p:cNvSpPr/>
              <p:nvPr/>
            </p:nvSpPr>
            <p:spPr>
              <a:xfrm>
                <a:off x="7656331" y="2872769"/>
                <a:ext cx="1580063" cy="1580063"/>
              </a:xfrm>
              <a:custGeom>
                <a:avLst/>
                <a:gdLst>
                  <a:gd name="connsiteX0" fmla="*/ 889635 w 885825"/>
                  <a:gd name="connsiteY0" fmla="*/ 444818 h 885825"/>
                  <a:gd name="connsiteX1" fmla="*/ 444818 w 885825"/>
                  <a:gd name="connsiteY1" fmla="*/ 889635 h 885825"/>
                  <a:gd name="connsiteX2" fmla="*/ 0 w 885825"/>
                  <a:gd name="connsiteY2" fmla="*/ 444818 h 885825"/>
                  <a:gd name="connsiteX3" fmla="*/ 444818 w 885825"/>
                  <a:gd name="connsiteY3" fmla="*/ 0 h 885825"/>
                  <a:gd name="connsiteX4" fmla="*/ 889635 w 885825"/>
                  <a:gd name="connsiteY4" fmla="*/ 444818 h 885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825" h="885825">
                    <a:moveTo>
                      <a:pt x="889635" y="444818"/>
                    </a:moveTo>
                    <a:cubicBezTo>
                      <a:pt x="889635" y="690483"/>
                      <a:pt x="690483" y="889635"/>
                      <a:pt x="444818" y="889635"/>
                    </a:cubicBezTo>
                    <a:cubicBezTo>
                      <a:pt x="199152" y="889635"/>
                      <a:pt x="0" y="690484"/>
                      <a:pt x="0" y="444818"/>
                    </a:cubicBezTo>
                    <a:cubicBezTo>
                      <a:pt x="0" y="199152"/>
                      <a:pt x="199152" y="0"/>
                      <a:pt x="444818" y="0"/>
                    </a:cubicBezTo>
                    <a:cubicBezTo>
                      <a:pt x="690483" y="0"/>
                      <a:pt x="889635" y="199152"/>
                      <a:pt x="889635" y="444818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EA972E"/>
                  </a:gs>
                  <a:gs pos="49000">
                    <a:srgbClr val="D9250F"/>
                  </a:gs>
                </a:gsLst>
                <a:lin ang="10800000" scaled="1"/>
                <a:tileRect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1" name="任意多边形: 形状 80"/>
              <p:cNvSpPr/>
              <p:nvPr/>
            </p:nvSpPr>
            <p:spPr>
              <a:xfrm>
                <a:off x="7656331" y="2872769"/>
                <a:ext cx="1580063" cy="1410164"/>
              </a:xfrm>
              <a:custGeom>
                <a:avLst/>
                <a:gdLst>
                  <a:gd name="connsiteX0" fmla="*/ 444818 w 885825"/>
                  <a:gd name="connsiteY0" fmla="*/ 0 h 790575"/>
                  <a:gd name="connsiteX1" fmla="*/ 344805 w 885825"/>
                  <a:gd name="connsiteY1" fmla="*/ 11430 h 790575"/>
                  <a:gd name="connsiteX2" fmla="*/ 293370 w 885825"/>
                  <a:gd name="connsiteY2" fmla="*/ 143827 h 790575"/>
                  <a:gd name="connsiteX3" fmla="*/ 378143 w 885825"/>
                  <a:gd name="connsiteY3" fmla="*/ 212408 h 790575"/>
                  <a:gd name="connsiteX4" fmla="*/ 481965 w 885825"/>
                  <a:gd name="connsiteY4" fmla="*/ 255270 h 790575"/>
                  <a:gd name="connsiteX5" fmla="*/ 506730 w 885825"/>
                  <a:gd name="connsiteY5" fmla="*/ 436245 h 790575"/>
                  <a:gd name="connsiteX6" fmla="*/ 299085 w 885825"/>
                  <a:gd name="connsiteY6" fmla="*/ 485775 h 790575"/>
                  <a:gd name="connsiteX7" fmla="*/ 80010 w 885825"/>
                  <a:gd name="connsiteY7" fmla="*/ 434340 h 790575"/>
                  <a:gd name="connsiteX8" fmla="*/ 0 w 885825"/>
                  <a:gd name="connsiteY8" fmla="*/ 452438 h 790575"/>
                  <a:gd name="connsiteX9" fmla="*/ 171450 w 885825"/>
                  <a:gd name="connsiteY9" fmla="*/ 796290 h 790575"/>
                  <a:gd name="connsiteX10" fmla="*/ 357188 w 885825"/>
                  <a:gd name="connsiteY10" fmla="*/ 746760 h 790575"/>
                  <a:gd name="connsiteX11" fmla="*/ 615315 w 885825"/>
                  <a:gd name="connsiteY11" fmla="*/ 671513 h 790575"/>
                  <a:gd name="connsiteX12" fmla="*/ 793433 w 885825"/>
                  <a:gd name="connsiteY12" fmla="*/ 721043 h 790575"/>
                  <a:gd name="connsiteX13" fmla="*/ 888683 w 885825"/>
                  <a:gd name="connsiteY13" fmla="*/ 446722 h 790575"/>
                  <a:gd name="connsiteX14" fmla="*/ 444818 w 885825"/>
                  <a:gd name="connsiteY14" fmla="*/ 0 h 790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85825" h="790575">
                    <a:moveTo>
                      <a:pt x="444818" y="0"/>
                    </a:moveTo>
                    <a:cubicBezTo>
                      <a:pt x="410528" y="0"/>
                      <a:pt x="376238" y="3810"/>
                      <a:pt x="344805" y="11430"/>
                    </a:cubicBezTo>
                    <a:cubicBezTo>
                      <a:pt x="306705" y="48577"/>
                      <a:pt x="276225" y="96202"/>
                      <a:pt x="293370" y="143827"/>
                    </a:cubicBezTo>
                    <a:cubicBezTo>
                      <a:pt x="306705" y="179070"/>
                      <a:pt x="342900" y="200025"/>
                      <a:pt x="378143" y="212408"/>
                    </a:cubicBezTo>
                    <a:cubicBezTo>
                      <a:pt x="413385" y="224790"/>
                      <a:pt x="451485" y="232410"/>
                      <a:pt x="481965" y="255270"/>
                    </a:cubicBezTo>
                    <a:cubicBezTo>
                      <a:pt x="536258" y="295275"/>
                      <a:pt x="548640" y="382905"/>
                      <a:pt x="506730" y="436245"/>
                    </a:cubicBezTo>
                    <a:cubicBezTo>
                      <a:pt x="460058" y="495300"/>
                      <a:pt x="372428" y="501967"/>
                      <a:pt x="299085" y="485775"/>
                    </a:cubicBezTo>
                    <a:cubicBezTo>
                      <a:pt x="225743" y="469583"/>
                      <a:pt x="155258" y="437197"/>
                      <a:pt x="80010" y="434340"/>
                    </a:cubicBezTo>
                    <a:cubicBezTo>
                      <a:pt x="52388" y="433388"/>
                      <a:pt x="22860" y="438150"/>
                      <a:pt x="0" y="452438"/>
                    </a:cubicBezTo>
                    <a:cubicBezTo>
                      <a:pt x="1905" y="592455"/>
                      <a:pt x="68580" y="716280"/>
                      <a:pt x="171450" y="796290"/>
                    </a:cubicBezTo>
                    <a:cubicBezTo>
                      <a:pt x="234315" y="795337"/>
                      <a:pt x="299085" y="772477"/>
                      <a:pt x="357188" y="746760"/>
                    </a:cubicBezTo>
                    <a:cubicBezTo>
                      <a:pt x="440055" y="710565"/>
                      <a:pt x="524828" y="667702"/>
                      <a:pt x="615315" y="671513"/>
                    </a:cubicBezTo>
                    <a:cubicBezTo>
                      <a:pt x="676275" y="674370"/>
                      <a:pt x="735330" y="697230"/>
                      <a:pt x="793433" y="721043"/>
                    </a:cubicBezTo>
                    <a:cubicBezTo>
                      <a:pt x="852488" y="645795"/>
                      <a:pt x="888683" y="550545"/>
                      <a:pt x="888683" y="446722"/>
                    </a:cubicBezTo>
                    <a:cubicBezTo>
                      <a:pt x="889635" y="199072"/>
                      <a:pt x="690563" y="0"/>
                      <a:pt x="444818" y="0"/>
                    </a:cubicBezTo>
                    <a:close/>
                  </a:path>
                </a:pathLst>
              </a:custGeom>
              <a:gradFill>
                <a:gsLst>
                  <a:gs pos="79000">
                    <a:srgbClr val="E87F6F"/>
                  </a:gs>
                  <a:gs pos="13000">
                    <a:srgbClr val="D9250F"/>
                  </a:gs>
                </a:gsLst>
                <a:lin ang="108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2" name="任意多边形: 形状 81"/>
              <p:cNvSpPr/>
              <p:nvPr/>
            </p:nvSpPr>
            <p:spPr>
              <a:xfrm>
                <a:off x="8658938" y="2923739"/>
                <a:ext cx="577658" cy="1002405"/>
              </a:xfrm>
              <a:custGeom>
                <a:avLst/>
                <a:gdLst>
                  <a:gd name="connsiteX0" fmla="*/ 37987 w 323850"/>
                  <a:gd name="connsiteY0" fmla="*/ 0 h 561975"/>
                  <a:gd name="connsiteX1" fmla="*/ 4649 w 323850"/>
                  <a:gd name="connsiteY1" fmla="*/ 44767 h 561975"/>
                  <a:gd name="connsiteX2" fmla="*/ 17032 w 323850"/>
                  <a:gd name="connsiteY2" fmla="*/ 140017 h 561975"/>
                  <a:gd name="connsiteX3" fmla="*/ 64657 w 323850"/>
                  <a:gd name="connsiteY3" fmla="*/ 226695 h 561975"/>
                  <a:gd name="connsiteX4" fmla="*/ 75134 w 323850"/>
                  <a:gd name="connsiteY4" fmla="*/ 375285 h 561975"/>
                  <a:gd name="connsiteX5" fmla="*/ 45607 w 323850"/>
                  <a:gd name="connsiteY5" fmla="*/ 462915 h 561975"/>
                  <a:gd name="connsiteX6" fmla="*/ 64657 w 323850"/>
                  <a:gd name="connsiteY6" fmla="*/ 548640 h 561975"/>
                  <a:gd name="connsiteX7" fmla="*/ 166574 w 323850"/>
                  <a:gd name="connsiteY7" fmla="*/ 559118 h 561975"/>
                  <a:gd name="connsiteX8" fmla="*/ 270397 w 323850"/>
                  <a:gd name="connsiteY8" fmla="*/ 534352 h 561975"/>
                  <a:gd name="connsiteX9" fmla="*/ 309449 w 323850"/>
                  <a:gd name="connsiteY9" fmla="*/ 543877 h 561975"/>
                  <a:gd name="connsiteX10" fmla="*/ 328499 w 323850"/>
                  <a:gd name="connsiteY10" fmla="*/ 416242 h 561975"/>
                  <a:gd name="connsiteX11" fmla="*/ 37987 w 323850"/>
                  <a:gd name="connsiteY11" fmla="*/ 0 h 56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3850" h="561975">
                    <a:moveTo>
                      <a:pt x="37987" y="0"/>
                    </a:moveTo>
                    <a:cubicBezTo>
                      <a:pt x="22747" y="11430"/>
                      <a:pt x="10364" y="26670"/>
                      <a:pt x="4649" y="44767"/>
                    </a:cubicBezTo>
                    <a:cubicBezTo>
                      <a:pt x="-5828" y="76200"/>
                      <a:pt x="2744" y="110490"/>
                      <a:pt x="17032" y="140017"/>
                    </a:cubicBezTo>
                    <a:cubicBezTo>
                      <a:pt x="31319" y="169545"/>
                      <a:pt x="51322" y="196215"/>
                      <a:pt x="64657" y="226695"/>
                    </a:cubicBezTo>
                    <a:cubicBezTo>
                      <a:pt x="84659" y="273367"/>
                      <a:pt x="88469" y="326708"/>
                      <a:pt x="75134" y="375285"/>
                    </a:cubicBezTo>
                    <a:cubicBezTo>
                      <a:pt x="66562" y="404813"/>
                      <a:pt x="52274" y="432435"/>
                      <a:pt x="45607" y="462915"/>
                    </a:cubicBezTo>
                    <a:cubicBezTo>
                      <a:pt x="38939" y="493395"/>
                      <a:pt x="42749" y="527685"/>
                      <a:pt x="64657" y="548640"/>
                    </a:cubicBezTo>
                    <a:cubicBezTo>
                      <a:pt x="90374" y="573405"/>
                      <a:pt x="132284" y="569595"/>
                      <a:pt x="166574" y="559118"/>
                    </a:cubicBezTo>
                    <a:cubicBezTo>
                      <a:pt x="200864" y="548640"/>
                      <a:pt x="234202" y="532447"/>
                      <a:pt x="270397" y="534352"/>
                    </a:cubicBezTo>
                    <a:cubicBezTo>
                      <a:pt x="283732" y="535305"/>
                      <a:pt x="297067" y="539115"/>
                      <a:pt x="309449" y="543877"/>
                    </a:cubicBezTo>
                    <a:cubicBezTo>
                      <a:pt x="321832" y="503872"/>
                      <a:pt x="328499" y="461010"/>
                      <a:pt x="328499" y="416242"/>
                    </a:cubicBezTo>
                    <a:cubicBezTo>
                      <a:pt x="327547" y="225742"/>
                      <a:pt x="206579" y="62865"/>
                      <a:pt x="37987" y="0"/>
                    </a:cubicBezTo>
                    <a:close/>
                  </a:path>
                </a:pathLst>
              </a:custGeom>
              <a:gradFill>
                <a:gsLst>
                  <a:gs pos="79000">
                    <a:srgbClr val="E87F6F"/>
                  </a:gs>
                  <a:gs pos="13000">
                    <a:srgbClr val="D9250F"/>
                  </a:gs>
                </a:gsLst>
                <a:lin ang="108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3" name="任意多边形: 形状 82"/>
              <p:cNvSpPr/>
              <p:nvPr/>
            </p:nvSpPr>
            <p:spPr>
              <a:xfrm>
                <a:off x="7666525" y="3775563"/>
                <a:ext cx="526688" cy="458728"/>
              </a:xfrm>
              <a:custGeom>
                <a:avLst/>
                <a:gdLst>
                  <a:gd name="connsiteX0" fmla="*/ 276225 w 295275"/>
                  <a:gd name="connsiteY0" fmla="*/ 98707 h 257175"/>
                  <a:gd name="connsiteX1" fmla="*/ 276225 w 295275"/>
                  <a:gd name="connsiteY1" fmla="*/ 98707 h 257175"/>
                  <a:gd name="connsiteX2" fmla="*/ 200025 w 295275"/>
                  <a:gd name="connsiteY2" fmla="*/ 78705 h 257175"/>
                  <a:gd name="connsiteX3" fmla="*/ 80963 w 295275"/>
                  <a:gd name="connsiteY3" fmla="*/ 17745 h 257175"/>
                  <a:gd name="connsiteX4" fmla="*/ 0 w 295275"/>
                  <a:gd name="connsiteY4" fmla="*/ 600 h 257175"/>
                  <a:gd name="connsiteX5" fmla="*/ 138113 w 295275"/>
                  <a:gd name="connsiteY5" fmla="*/ 266347 h 257175"/>
                  <a:gd name="connsiteX6" fmla="*/ 155258 w 295275"/>
                  <a:gd name="connsiteY6" fmla="*/ 236820 h 257175"/>
                  <a:gd name="connsiteX7" fmla="*/ 200025 w 295275"/>
                  <a:gd name="connsiteY7" fmla="*/ 209197 h 257175"/>
                  <a:gd name="connsiteX8" fmla="*/ 274320 w 295275"/>
                  <a:gd name="connsiteY8" fmla="*/ 177765 h 257175"/>
                  <a:gd name="connsiteX9" fmla="*/ 276225 w 295275"/>
                  <a:gd name="connsiteY9" fmla="*/ 98707 h 25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5275" h="257175">
                    <a:moveTo>
                      <a:pt x="276225" y="98707"/>
                    </a:moveTo>
                    <a:cubicBezTo>
                      <a:pt x="275273" y="98707"/>
                      <a:pt x="275273" y="98707"/>
                      <a:pt x="276225" y="98707"/>
                    </a:cubicBezTo>
                    <a:cubicBezTo>
                      <a:pt x="251460" y="87277"/>
                      <a:pt x="224790" y="86325"/>
                      <a:pt x="200025" y="78705"/>
                    </a:cubicBezTo>
                    <a:cubicBezTo>
                      <a:pt x="157163" y="66322"/>
                      <a:pt x="120968" y="36795"/>
                      <a:pt x="80963" y="17745"/>
                    </a:cubicBezTo>
                    <a:cubicBezTo>
                      <a:pt x="56198" y="5362"/>
                      <a:pt x="26670" y="-2258"/>
                      <a:pt x="0" y="600"/>
                    </a:cubicBezTo>
                    <a:cubicBezTo>
                      <a:pt x="14287" y="105375"/>
                      <a:pt x="64770" y="197767"/>
                      <a:pt x="138113" y="266347"/>
                    </a:cubicBezTo>
                    <a:cubicBezTo>
                      <a:pt x="141923" y="254917"/>
                      <a:pt x="147638" y="245392"/>
                      <a:pt x="155258" y="236820"/>
                    </a:cubicBezTo>
                    <a:cubicBezTo>
                      <a:pt x="167640" y="223485"/>
                      <a:pt x="183833" y="216817"/>
                      <a:pt x="200025" y="209197"/>
                    </a:cubicBezTo>
                    <a:cubicBezTo>
                      <a:pt x="224790" y="198720"/>
                      <a:pt x="249555" y="188242"/>
                      <a:pt x="274320" y="177765"/>
                    </a:cubicBezTo>
                    <a:cubicBezTo>
                      <a:pt x="306705" y="162525"/>
                      <a:pt x="308610" y="113947"/>
                      <a:pt x="276225" y="98707"/>
                    </a:cubicBezTo>
                    <a:close/>
                  </a:path>
                </a:pathLst>
              </a:custGeom>
              <a:gradFill flip="none" rotWithShape="1">
                <a:gsLst>
                  <a:gs pos="82000">
                    <a:srgbClr val="F2BF82">
                      <a:alpha val="50000"/>
                    </a:srgbClr>
                  </a:gs>
                  <a:gs pos="0">
                    <a:srgbClr val="EA972E"/>
                  </a:gs>
                </a:gsLst>
                <a:lin ang="18900000" scaled="1"/>
                <a:tileRect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4" name="任意多边形: 形状 83"/>
              <p:cNvSpPr/>
              <p:nvPr/>
            </p:nvSpPr>
            <p:spPr>
              <a:xfrm>
                <a:off x="7680117" y="2984901"/>
                <a:ext cx="356789" cy="509698"/>
              </a:xfrm>
              <a:custGeom>
                <a:avLst/>
                <a:gdLst>
                  <a:gd name="connsiteX0" fmla="*/ 0 w 200025"/>
                  <a:gd name="connsiteY0" fmla="*/ 272415 h 285750"/>
                  <a:gd name="connsiteX1" fmla="*/ 46673 w 200025"/>
                  <a:gd name="connsiteY1" fmla="*/ 282893 h 285750"/>
                  <a:gd name="connsiteX2" fmla="*/ 120015 w 200025"/>
                  <a:gd name="connsiteY2" fmla="*/ 274320 h 285750"/>
                  <a:gd name="connsiteX3" fmla="*/ 160020 w 200025"/>
                  <a:gd name="connsiteY3" fmla="*/ 164783 h 285750"/>
                  <a:gd name="connsiteX4" fmla="*/ 189548 w 200025"/>
                  <a:gd name="connsiteY4" fmla="*/ 27623 h 285750"/>
                  <a:gd name="connsiteX5" fmla="*/ 202883 w 200025"/>
                  <a:gd name="connsiteY5" fmla="*/ 0 h 285750"/>
                  <a:gd name="connsiteX6" fmla="*/ 0 w 200025"/>
                  <a:gd name="connsiteY6" fmla="*/ 272415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0025" h="285750">
                    <a:moveTo>
                      <a:pt x="0" y="272415"/>
                    </a:moveTo>
                    <a:cubicBezTo>
                      <a:pt x="15240" y="275273"/>
                      <a:pt x="30480" y="280035"/>
                      <a:pt x="46673" y="282893"/>
                    </a:cubicBezTo>
                    <a:cubicBezTo>
                      <a:pt x="71438" y="287655"/>
                      <a:pt x="99060" y="288608"/>
                      <a:pt x="120015" y="274320"/>
                    </a:cubicBezTo>
                    <a:cubicBezTo>
                      <a:pt x="154305" y="252413"/>
                      <a:pt x="157163" y="204788"/>
                      <a:pt x="160020" y="164783"/>
                    </a:cubicBezTo>
                    <a:cubicBezTo>
                      <a:pt x="163830" y="118110"/>
                      <a:pt x="171450" y="70485"/>
                      <a:pt x="189548" y="27623"/>
                    </a:cubicBezTo>
                    <a:cubicBezTo>
                      <a:pt x="193358" y="18098"/>
                      <a:pt x="198120" y="8573"/>
                      <a:pt x="202883" y="0"/>
                    </a:cubicBezTo>
                    <a:cubicBezTo>
                      <a:pt x="103823" y="60008"/>
                      <a:pt x="29528" y="157163"/>
                      <a:pt x="0" y="272415"/>
                    </a:cubicBezTo>
                    <a:close/>
                  </a:path>
                </a:pathLst>
              </a:custGeom>
              <a:gradFill flip="none" rotWithShape="1">
                <a:gsLst>
                  <a:gs pos="71000">
                    <a:srgbClr val="DA640C"/>
                  </a:gs>
                  <a:gs pos="0">
                    <a:srgbClr val="F2BF82"/>
                  </a:gs>
                </a:gsLst>
                <a:lin ang="13500000" scaled="1"/>
                <a:tileRect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5" name="任意多边形: 形状 84"/>
              <p:cNvSpPr/>
              <p:nvPr/>
            </p:nvSpPr>
            <p:spPr>
              <a:xfrm>
                <a:off x="8408984" y="4250073"/>
                <a:ext cx="526688" cy="203879"/>
              </a:xfrm>
              <a:custGeom>
                <a:avLst/>
                <a:gdLst>
                  <a:gd name="connsiteX0" fmla="*/ 0 w 295275"/>
                  <a:gd name="connsiteY0" fmla="*/ 117481 h 114300"/>
                  <a:gd name="connsiteX1" fmla="*/ 22860 w 295275"/>
                  <a:gd name="connsiteY1" fmla="*/ 118433 h 114300"/>
                  <a:gd name="connsiteX2" fmla="*/ 301943 w 295275"/>
                  <a:gd name="connsiteY2" fmla="*/ 20326 h 114300"/>
                  <a:gd name="connsiteX3" fmla="*/ 139065 w 295275"/>
                  <a:gd name="connsiteY3" fmla="*/ 10801 h 114300"/>
                  <a:gd name="connsiteX4" fmla="*/ 18098 w 295275"/>
                  <a:gd name="connsiteY4" fmla="*/ 103194 h 114300"/>
                  <a:gd name="connsiteX5" fmla="*/ 0 w 295275"/>
                  <a:gd name="connsiteY5" fmla="*/ 117481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5275" h="114300">
                    <a:moveTo>
                      <a:pt x="0" y="117481"/>
                    </a:moveTo>
                    <a:cubicBezTo>
                      <a:pt x="7620" y="117481"/>
                      <a:pt x="15240" y="118433"/>
                      <a:pt x="22860" y="118433"/>
                    </a:cubicBezTo>
                    <a:cubicBezTo>
                      <a:pt x="128588" y="118433"/>
                      <a:pt x="225743" y="81286"/>
                      <a:pt x="301943" y="20326"/>
                    </a:cubicBezTo>
                    <a:cubicBezTo>
                      <a:pt x="249555" y="1276"/>
                      <a:pt x="191453" y="-9202"/>
                      <a:pt x="139065" y="10801"/>
                    </a:cubicBezTo>
                    <a:cubicBezTo>
                      <a:pt x="91440" y="28898"/>
                      <a:pt x="56198" y="68904"/>
                      <a:pt x="18098" y="103194"/>
                    </a:cubicBezTo>
                    <a:cubicBezTo>
                      <a:pt x="12382" y="107004"/>
                      <a:pt x="5715" y="112719"/>
                      <a:pt x="0" y="117481"/>
                    </a:cubicBezTo>
                    <a:close/>
                  </a:path>
                </a:pathLst>
              </a:custGeom>
              <a:gradFill flip="none" rotWithShape="1">
                <a:gsLst>
                  <a:gs pos="78000">
                    <a:srgbClr val="E87F6F"/>
                  </a:gs>
                  <a:gs pos="13000">
                    <a:srgbClr val="D9250F"/>
                  </a:gs>
                </a:gsLst>
                <a:lin ang="13500000" scaled="1"/>
                <a:tileRect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0971579" y="604631"/>
              <a:ext cx="826956" cy="828273"/>
              <a:chOff x="10971579" y="604631"/>
              <a:chExt cx="826956" cy="828273"/>
            </a:xfrm>
            <a:effectLst>
              <a:glow rad="101600">
                <a:schemeClr val="accent2">
                  <a:lumMod val="60000"/>
                  <a:lumOff val="40000"/>
                  <a:alpha val="28000"/>
                </a:schemeClr>
              </a:glow>
            </a:effectLst>
          </p:grpSpPr>
          <p:sp>
            <p:nvSpPr>
              <p:cNvPr id="78" name="任意多边形: 形状 77"/>
              <p:cNvSpPr/>
              <p:nvPr/>
            </p:nvSpPr>
            <p:spPr>
              <a:xfrm>
                <a:off x="10971579" y="604631"/>
                <a:ext cx="817723" cy="817723"/>
              </a:xfrm>
              <a:custGeom>
                <a:avLst/>
                <a:gdLst>
                  <a:gd name="connsiteX0" fmla="*/ 598170 w 590550"/>
                  <a:gd name="connsiteY0" fmla="*/ 299085 h 590550"/>
                  <a:gd name="connsiteX1" fmla="*/ 299085 w 590550"/>
                  <a:gd name="connsiteY1" fmla="*/ 598170 h 590550"/>
                  <a:gd name="connsiteX2" fmla="*/ 0 w 590550"/>
                  <a:gd name="connsiteY2" fmla="*/ 299085 h 590550"/>
                  <a:gd name="connsiteX3" fmla="*/ 299085 w 590550"/>
                  <a:gd name="connsiteY3" fmla="*/ 0 h 590550"/>
                  <a:gd name="connsiteX4" fmla="*/ 598170 w 590550"/>
                  <a:gd name="connsiteY4" fmla="*/ 299085 h 590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0550" h="590550">
                    <a:moveTo>
                      <a:pt x="598170" y="299085"/>
                    </a:moveTo>
                    <a:cubicBezTo>
                      <a:pt x="598170" y="464265"/>
                      <a:pt x="464265" y="598170"/>
                      <a:pt x="299085" y="598170"/>
                    </a:cubicBezTo>
                    <a:cubicBezTo>
                      <a:pt x="133905" y="598170"/>
                      <a:pt x="0" y="464265"/>
                      <a:pt x="0" y="299085"/>
                    </a:cubicBezTo>
                    <a:cubicBezTo>
                      <a:pt x="0" y="133905"/>
                      <a:pt x="133905" y="0"/>
                      <a:pt x="299085" y="0"/>
                    </a:cubicBezTo>
                    <a:cubicBezTo>
                      <a:pt x="464265" y="0"/>
                      <a:pt x="598170" y="133905"/>
                      <a:pt x="598170" y="299085"/>
                    </a:cubicBezTo>
                    <a:close/>
                  </a:path>
                </a:pathLst>
              </a:custGeom>
              <a:gradFill flip="none" rotWithShape="1">
                <a:gsLst>
                  <a:gs pos="88000">
                    <a:schemeClr val="accent6"/>
                  </a:gs>
                  <a:gs pos="24000">
                    <a:schemeClr val="accent2"/>
                  </a:gs>
                </a:gsLst>
                <a:lin ang="18900000" scaled="1"/>
                <a:tileRect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9" name="任意多边形: 形状 78"/>
              <p:cNvSpPr/>
              <p:nvPr/>
            </p:nvSpPr>
            <p:spPr>
              <a:xfrm>
                <a:off x="10971579" y="665300"/>
                <a:ext cx="826956" cy="767604"/>
              </a:xfrm>
              <a:custGeom>
                <a:avLst/>
                <a:gdLst>
                  <a:gd name="connsiteX0" fmla="*/ 156949 w 826956"/>
                  <a:gd name="connsiteY0" fmla="*/ 679237 h 767604"/>
                  <a:gd name="connsiteX1" fmla="*/ 648902 w 826956"/>
                  <a:gd name="connsiteY1" fmla="*/ 693746 h 767604"/>
                  <a:gd name="connsiteX2" fmla="*/ 412817 w 826956"/>
                  <a:gd name="connsiteY2" fmla="*/ 767604 h 767604"/>
                  <a:gd name="connsiteX3" fmla="*/ 156949 w 826956"/>
                  <a:gd name="connsiteY3" fmla="*/ 679237 h 767604"/>
                  <a:gd name="connsiteX4" fmla="*/ 52756 w 826956"/>
                  <a:gd name="connsiteY4" fmla="*/ 555261 h 767604"/>
                  <a:gd name="connsiteX5" fmla="*/ 772879 w 826956"/>
                  <a:gd name="connsiteY5" fmla="*/ 560537 h 767604"/>
                  <a:gd name="connsiteX6" fmla="*/ 742545 w 826956"/>
                  <a:gd name="connsiteY6" fmla="*/ 605379 h 767604"/>
                  <a:gd name="connsiteX7" fmla="*/ 85729 w 826956"/>
                  <a:gd name="connsiteY7" fmla="*/ 605379 h 767604"/>
                  <a:gd name="connsiteX8" fmla="*/ 52756 w 826956"/>
                  <a:gd name="connsiteY8" fmla="*/ 555261 h 767604"/>
                  <a:gd name="connsiteX9" fmla="*/ 826955 w 826956"/>
                  <a:gd name="connsiteY9" fmla="*/ 365337 h 767604"/>
                  <a:gd name="connsiteX10" fmla="*/ 803214 w 826956"/>
                  <a:gd name="connsiteY10" fmla="*/ 493272 h 767604"/>
                  <a:gd name="connsiteX11" fmla="*/ 11869 w 826956"/>
                  <a:gd name="connsiteY11" fmla="*/ 455023 h 767604"/>
                  <a:gd name="connsiteX12" fmla="*/ 3956 w 826956"/>
                  <a:gd name="connsiteY12" fmla="*/ 416775 h 767604"/>
                  <a:gd name="connsiteX13" fmla="*/ 6595 w 826956"/>
                  <a:gd name="connsiteY13" fmla="*/ 280926 h 767604"/>
                  <a:gd name="connsiteX14" fmla="*/ 6595 w 826956"/>
                  <a:gd name="connsiteY14" fmla="*/ 282246 h 767604"/>
                  <a:gd name="connsiteX15" fmla="*/ 820361 w 826956"/>
                  <a:gd name="connsiteY15" fmla="*/ 282246 h 767604"/>
                  <a:gd name="connsiteX16" fmla="*/ 826956 w 826956"/>
                  <a:gd name="connsiteY16" fmla="*/ 333682 h 767604"/>
                  <a:gd name="connsiteX17" fmla="*/ 0 w 826956"/>
                  <a:gd name="connsiteY17" fmla="*/ 350828 h 767604"/>
                  <a:gd name="connsiteX18" fmla="*/ 6595 w 826956"/>
                  <a:gd name="connsiteY18" fmla="*/ 280926 h 767604"/>
                  <a:gd name="connsiteX19" fmla="*/ 778156 w 826956"/>
                  <a:gd name="connsiteY19" fmla="*/ 155631 h 767604"/>
                  <a:gd name="connsiteX20" fmla="*/ 804534 w 826956"/>
                  <a:gd name="connsiteY20" fmla="*/ 214982 h 767604"/>
                  <a:gd name="connsiteX21" fmla="*/ 23740 w 826956"/>
                  <a:gd name="connsiteY21" fmla="*/ 214982 h 767604"/>
                  <a:gd name="connsiteX22" fmla="*/ 27696 w 826956"/>
                  <a:gd name="connsiteY22" fmla="*/ 205749 h 767604"/>
                  <a:gd name="connsiteX23" fmla="*/ 627799 w 826956"/>
                  <a:gd name="connsiteY23" fmla="*/ 0 h 767604"/>
                  <a:gd name="connsiteX24" fmla="*/ 718804 w 826956"/>
                  <a:gd name="connsiteY24" fmla="*/ 75178 h 767604"/>
                  <a:gd name="connsiteX25" fmla="*/ 47479 w 826956"/>
                  <a:gd name="connsiteY25" fmla="*/ 158269 h 767604"/>
                  <a:gd name="connsiteX26" fmla="*/ 137165 w 826956"/>
                  <a:gd name="connsiteY26" fmla="*/ 44843 h 767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826956" h="767604">
                    <a:moveTo>
                      <a:pt x="156949" y="679237"/>
                    </a:moveTo>
                    <a:lnTo>
                      <a:pt x="648902" y="693746"/>
                    </a:lnTo>
                    <a:cubicBezTo>
                      <a:pt x="581637" y="739906"/>
                      <a:pt x="501185" y="767604"/>
                      <a:pt x="412817" y="767604"/>
                    </a:cubicBezTo>
                    <a:cubicBezTo>
                      <a:pt x="316538" y="767604"/>
                      <a:pt x="226852" y="734631"/>
                      <a:pt x="156949" y="679237"/>
                    </a:cubicBezTo>
                    <a:close/>
                    <a:moveTo>
                      <a:pt x="52756" y="555261"/>
                    </a:moveTo>
                    <a:lnTo>
                      <a:pt x="772879" y="560537"/>
                    </a:lnTo>
                    <a:cubicBezTo>
                      <a:pt x="763648" y="576363"/>
                      <a:pt x="753095" y="590872"/>
                      <a:pt x="742545" y="605379"/>
                    </a:cubicBezTo>
                    <a:lnTo>
                      <a:pt x="85729" y="605379"/>
                    </a:lnTo>
                    <a:cubicBezTo>
                      <a:pt x="72540" y="589552"/>
                      <a:pt x="61988" y="573726"/>
                      <a:pt x="52756" y="555261"/>
                    </a:cubicBezTo>
                    <a:close/>
                    <a:moveTo>
                      <a:pt x="826955" y="365337"/>
                    </a:moveTo>
                    <a:cubicBezTo>
                      <a:pt x="825635" y="410180"/>
                      <a:pt x="817722" y="452385"/>
                      <a:pt x="803214" y="493272"/>
                    </a:cubicBezTo>
                    <a:lnTo>
                      <a:pt x="11869" y="455023"/>
                    </a:lnTo>
                    <a:cubicBezTo>
                      <a:pt x="9232" y="443153"/>
                      <a:pt x="6594" y="429964"/>
                      <a:pt x="3956" y="416775"/>
                    </a:cubicBezTo>
                    <a:close/>
                    <a:moveTo>
                      <a:pt x="6595" y="280926"/>
                    </a:moveTo>
                    <a:lnTo>
                      <a:pt x="6595" y="282246"/>
                    </a:lnTo>
                    <a:lnTo>
                      <a:pt x="820361" y="282246"/>
                    </a:lnTo>
                    <a:cubicBezTo>
                      <a:pt x="824317" y="298072"/>
                      <a:pt x="825636" y="316537"/>
                      <a:pt x="826956" y="333682"/>
                    </a:cubicBezTo>
                    <a:lnTo>
                      <a:pt x="0" y="350828"/>
                    </a:lnTo>
                    <a:cubicBezTo>
                      <a:pt x="0" y="327088"/>
                      <a:pt x="2638" y="303348"/>
                      <a:pt x="6595" y="280926"/>
                    </a:cubicBezTo>
                    <a:close/>
                    <a:moveTo>
                      <a:pt x="778156" y="155631"/>
                    </a:moveTo>
                    <a:cubicBezTo>
                      <a:pt x="788707" y="174096"/>
                      <a:pt x="796620" y="193878"/>
                      <a:pt x="804534" y="214982"/>
                    </a:cubicBezTo>
                    <a:lnTo>
                      <a:pt x="23740" y="214982"/>
                    </a:lnTo>
                    <a:cubicBezTo>
                      <a:pt x="23740" y="212344"/>
                      <a:pt x="25058" y="208387"/>
                      <a:pt x="27696" y="205749"/>
                    </a:cubicBezTo>
                    <a:close/>
                    <a:moveTo>
                      <a:pt x="627799" y="0"/>
                    </a:moveTo>
                    <a:cubicBezTo>
                      <a:pt x="662090" y="21103"/>
                      <a:pt x="692426" y="46162"/>
                      <a:pt x="718804" y="75178"/>
                    </a:cubicBezTo>
                    <a:lnTo>
                      <a:pt x="47479" y="158269"/>
                    </a:lnTo>
                    <a:cubicBezTo>
                      <a:pt x="71219" y="114746"/>
                      <a:pt x="101555" y="76497"/>
                      <a:pt x="137165" y="44843"/>
                    </a:cubicBezTo>
                    <a:close/>
                  </a:path>
                </a:pathLst>
              </a:custGeom>
              <a:gradFill flip="none" rotWithShape="1">
                <a:gsLst>
                  <a:gs pos="85000">
                    <a:schemeClr val="accent2">
                      <a:lumMod val="60000"/>
                      <a:lumOff val="40000"/>
                      <a:alpha val="20000"/>
                    </a:schemeClr>
                  </a:gs>
                  <a:gs pos="24000">
                    <a:schemeClr val="accent6">
                      <a:lumMod val="20000"/>
                      <a:lumOff val="80000"/>
                      <a:alpha val="50000"/>
                    </a:schemeClr>
                  </a:gs>
                </a:gsLst>
                <a:lin ang="8100000" scaled="1"/>
                <a:tileRect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9439010" y="1959009"/>
              <a:ext cx="1541139" cy="3737449"/>
              <a:chOff x="9439010" y="1959009"/>
              <a:chExt cx="1541139" cy="3737449"/>
            </a:xfrm>
            <a:effectLst/>
          </p:grpSpPr>
          <p:sp>
            <p:nvSpPr>
              <p:cNvPr id="59" name="任意多边形: 形状 58"/>
              <p:cNvSpPr/>
              <p:nvPr/>
            </p:nvSpPr>
            <p:spPr>
              <a:xfrm rot="21376662">
                <a:off x="9439010" y="2346224"/>
                <a:ext cx="1541139" cy="3350234"/>
              </a:xfrm>
              <a:custGeom>
                <a:avLst/>
                <a:gdLst>
                  <a:gd name="connsiteX0" fmla="*/ 1419022 w 1861619"/>
                  <a:gd name="connsiteY0" fmla="*/ 0 h 5008250"/>
                  <a:gd name="connsiteX1" fmla="*/ 1428907 w 1861619"/>
                  <a:gd name="connsiteY1" fmla="*/ 9885 h 5008250"/>
                  <a:gd name="connsiteX2" fmla="*/ 1437144 w 1861619"/>
                  <a:gd name="connsiteY2" fmla="*/ 19769 h 5008250"/>
                  <a:gd name="connsiteX3" fmla="*/ 1453619 w 1861619"/>
                  <a:gd name="connsiteY3" fmla="*/ 37891 h 5008250"/>
                  <a:gd name="connsiteX4" fmla="*/ 1484920 w 1861619"/>
                  <a:gd name="connsiteY4" fmla="*/ 75783 h 5008250"/>
                  <a:gd name="connsiteX5" fmla="*/ 1544229 w 1861619"/>
                  <a:gd name="connsiteY5" fmla="*/ 151565 h 5008250"/>
                  <a:gd name="connsiteX6" fmla="*/ 1649666 w 1861619"/>
                  <a:gd name="connsiteY6" fmla="*/ 311368 h 5008250"/>
                  <a:gd name="connsiteX7" fmla="*/ 1738628 w 1861619"/>
                  <a:gd name="connsiteY7" fmla="*/ 481056 h 5008250"/>
                  <a:gd name="connsiteX8" fmla="*/ 1809468 w 1861619"/>
                  <a:gd name="connsiteY8" fmla="*/ 660628 h 5008250"/>
                  <a:gd name="connsiteX9" fmla="*/ 1873719 w 1861619"/>
                  <a:gd name="connsiteY9" fmla="*/ 1046131 h 5008250"/>
                  <a:gd name="connsiteX10" fmla="*/ 1799584 w 1861619"/>
                  <a:gd name="connsiteY10" fmla="*/ 1433282 h 5008250"/>
                  <a:gd name="connsiteX11" fmla="*/ 1596947 w 1861619"/>
                  <a:gd name="connsiteY11" fmla="*/ 1762772 h 5008250"/>
                  <a:gd name="connsiteX12" fmla="*/ 1532697 w 1861619"/>
                  <a:gd name="connsiteY12" fmla="*/ 1833613 h 5008250"/>
                  <a:gd name="connsiteX13" fmla="*/ 1463504 w 1861619"/>
                  <a:gd name="connsiteY13" fmla="*/ 1899511 h 5008250"/>
                  <a:gd name="connsiteX14" fmla="*/ 1427260 w 1861619"/>
                  <a:gd name="connsiteY14" fmla="*/ 1930812 h 5008250"/>
                  <a:gd name="connsiteX15" fmla="*/ 1391016 w 1861619"/>
                  <a:gd name="connsiteY15" fmla="*/ 1960467 h 5008250"/>
                  <a:gd name="connsiteX16" fmla="*/ 1354772 w 1861619"/>
                  <a:gd name="connsiteY16" fmla="*/ 1990121 h 5008250"/>
                  <a:gd name="connsiteX17" fmla="*/ 1316881 w 1861619"/>
                  <a:gd name="connsiteY17" fmla="*/ 2018127 h 5008250"/>
                  <a:gd name="connsiteX18" fmla="*/ 1241098 w 1861619"/>
                  <a:gd name="connsiteY18" fmla="*/ 2072493 h 5008250"/>
                  <a:gd name="connsiteX19" fmla="*/ 1168610 w 1861619"/>
                  <a:gd name="connsiteY19" fmla="*/ 2121917 h 5008250"/>
                  <a:gd name="connsiteX20" fmla="*/ 1026929 w 1861619"/>
                  <a:gd name="connsiteY20" fmla="*/ 2225706 h 5008250"/>
                  <a:gd name="connsiteX21" fmla="*/ 760042 w 1861619"/>
                  <a:gd name="connsiteY21" fmla="*/ 2453054 h 5008250"/>
                  <a:gd name="connsiteX22" fmla="*/ 521162 w 1861619"/>
                  <a:gd name="connsiteY22" fmla="*/ 2708409 h 5008250"/>
                  <a:gd name="connsiteX23" fmla="*/ 320173 w 1861619"/>
                  <a:gd name="connsiteY23" fmla="*/ 2995066 h 5008250"/>
                  <a:gd name="connsiteX24" fmla="*/ 77997 w 1861619"/>
                  <a:gd name="connsiteY24" fmla="*/ 3650751 h 5008250"/>
                  <a:gd name="connsiteX25" fmla="*/ 107652 w 1861619"/>
                  <a:gd name="connsiteY25" fmla="*/ 4352565 h 5008250"/>
                  <a:gd name="connsiteX26" fmla="*/ 381128 w 1861619"/>
                  <a:gd name="connsiteY26" fmla="*/ 5009898 h 5008250"/>
                  <a:gd name="connsiteX27" fmla="*/ 74703 w 1861619"/>
                  <a:gd name="connsiteY27" fmla="*/ 4360802 h 5008250"/>
                  <a:gd name="connsiteX28" fmla="*/ 12099 w 1861619"/>
                  <a:gd name="connsiteY28" fmla="*/ 3642514 h 5008250"/>
                  <a:gd name="connsiteX29" fmla="*/ 232858 w 1861619"/>
                  <a:gd name="connsiteY29" fmla="*/ 2948937 h 5008250"/>
                  <a:gd name="connsiteX30" fmla="*/ 428904 w 1861619"/>
                  <a:gd name="connsiteY30" fmla="*/ 2640864 h 5008250"/>
                  <a:gd name="connsiteX31" fmla="*/ 666137 w 1861619"/>
                  <a:gd name="connsiteY31" fmla="*/ 2362444 h 5008250"/>
                  <a:gd name="connsiteX32" fmla="*/ 933024 w 1861619"/>
                  <a:gd name="connsiteY32" fmla="*/ 2113680 h 5008250"/>
                  <a:gd name="connsiteX33" fmla="*/ 1076353 w 1861619"/>
                  <a:gd name="connsiteY33" fmla="*/ 2000005 h 5008250"/>
                  <a:gd name="connsiteX34" fmla="*/ 1148840 w 1861619"/>
                  <a:gd name="connsiteY34" fmla="*/ 1945639 h 5008250"/>
                  <a:gd name="connsiteX35" fmla="*/ 1216386 w 1861619"/>
                  <a:gd name="connsiteY35" fmla="*/ 1892921 h 5008250"/>
                  <a:gd name="connsiteX36" fmla="*/ 1613422 w 1861619"/>
                  <a:gd name="connsiteY36" fmla="*/ 1369032 h 5008250"/>
                  <a:gd name="connsiteX37" fmla="*/ 1657903 w 1861619"/>
                  <a:gd name="connsiteY37" fmla="*/ 1054369 h 5008250"/>
                  <a:gd name="connsiteX38" fmla="*/ 1590357 w 1861619"/>
                  <a:gd name="connsiteY38" fmla="*/ 739705 h 5008250"/>
                  <a:gd name="connsiteX39" fmla="*/ 1522812 w 1861619"/>
                  <a:gd name="connsiteY39" fmla="*/ 589787 h 5008250"/>
                  <a:gd name="connsiteX40" fmla="*/ 1438792 w 1861619"/>
                  <a:gd name="connsiteY40" fmla="*/ 446459 h 5008250"/>
                  <a:gd name="connsiteX41" fmla="*/ 1339945 w 1861619"/>
                  <a:gd name="connsiteY41" fmla="*/ 311368 h 5008250"/>
                  <a:gd name="connsiteX42" fmla="*/ 1285579 w 1861619"/>
                  <a:gd name="connsiteY42" fmla="*/ 247118 h 5008250"/>
                  <a:gd name="connsiteX43" fmla="*/ 1257572 w 1861619"/>
                  <a:gd name="connsiteY43" fmla="*/ 217464 h 5008250"/>
                  <a:gd name="connsiteX44" fmla="*/ 1244393 w 1861619"/>
                  <a:gd name="connsiteY44" fmla="*/ 202636 h 5008250"/>
                  <a:gd name="connsiteX45" fmla="*/ 1239450 w 1861619"/>
                  <a:gd name="connsiteY45" fmla="*/ 192752 h 5008250"/>
                  <a:gd name="connsiteX46" fmla="*/ 1234508 w 1861619"/>
                  <a:gd name="connsiteY46" fmla="*/ 187809 h 5008250"/>
                  <a:gd name="connsiteX47" fmla="*/ 1419022 w 1861619"/>
                  <a:gd name="connsiteY47" fmla="*/ 0 h 5008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1861619" h="5008250">
                    <a:moveTo>
                      <a:pt x="1419022" y="0"/>
                    </a:moveTo>
                    <a:lnTo>
                      <a:pt x="1428907" y="9885"/>
                    </a:lnTo>
                    <a:lnTo>
                      <a:pt x="1437144" y="19769"/>
                    </a:lnTo>
                    <a:lnTo>
                      <a:pt x="1453619" y="37891"/>
                    </a:lnTo>
                    <a:cubicBezTo>
                      <a:pt x="1465151" y="51071"/>
                      <a:pt x="1475036" y="62603"/>
                      <a:pt x="1484920" y="75783"/>
                    </a:cubicBezTo>
                    <a:cubicBezTo>
                      <a:pt x="1504690" y="100495"/>
                      <a:pt x="1524459" y="126854"/>
                      <a:pt x="1544229" y="151565"/>
                    </a:cubicBezTo>
                    <a:cubicBezTo>
                      <a:pt x="1582120" y="202636"/>
                      <a:pt x="1616717" y="257002"/>
                      <a:pt x="1649666" y="311368"/>
                    </a:cubicBezTo>
                    <a:cubicBezTo>
                      <a:pt x="1682615" y="365734"/>
                      <a:pt x="1712269" y="423395"/>
                      <a:pt x="1738628" y="481056"/>
                    </a:cubicBezTo>
                    <a:cubicBezTo>
                      <a:pt x="1764987" y="540364"/>
                      <a:pt x="1789699" y="599672"/>
                      <a:pt x="1809468" y="660628"/>
                    </a:cubicBezTo>
                    <a:cubicBezTo>
                      <a:pt x="1849007" y="784187"/>
                      <a:pt x="1873719" y="914335"/>
                      <a:pt x="1873719" y="1046131"/>
                    </a:cubicBezTo>
                    <a:cubicBezTo>
                      <a:pt x="1873719" y="1177927"/>
                      <a:pt x="1849007" y="1311371"/>
                      <a:pt x="1799584" y="1433282"/>
                    </a:cubicBezTo>
                    <a:cubicBezTo>
                      <a:pt x="1750160" y="1555194"/>
                      <a:pt x="1679320" y="1667220"/>
                      <a:pt x="1596947" y="1762772"/>
                    </a:cubicBezTo>
                    <a:cubicBezTo>
                      <a:pt x="1575530" y="1785837"/>
                      <a:pt x="1555761" y="1810548"/>
                      <a:pt x="1532697" y="1833613"/>
                    </a:cubicBezTo>
                    <a:lnTo>
                      <a:pt x="1463504" y="1899511"/>
                    </a:lnTo>
                    <a:cubicBezTo>
                      <a:pt x="1451971" y="1911043"/>
                      <a:pt x="1440439" y="1920928"/>
                      <a:pt x="1427260" y="1930812"/>
                    </a:cubicBezTo>
                    <a:lnTo>
                      <a:pt x="1391016" y="1960467"/>
                    </a:lnTo>
                    <a:lnTo>
                      <a:pt x="1354772" y="1990121"/>
                    </a:lnTo>
                    <a:cubicBezTo>
                      <a:pt x="1343240" y="2000005"/>
                      <a:pt x="1330060" y="2008242"/>
                      <a:pt x="1316881" y="2018127"/>
                    </a:cubicBezTo>
                    <a:lnTo>
                      <a:pt x="1241098" y="2072493"/>
                    </a:lnTo>
                    <a:lnTo>
                      <a:pt x="1168610" y="2121917"/>
                    </a:lnTo>
                    <a:cubicBezTo>
                      <a:pt x="1119186" y="2154866"/>
                      <a:pt x="1073058" y="2191110"/>
                      <a:pt x="1026929" y="2225706"/>
                    </a:cubicBezTo>
                    <a:cubicBezTo>
                      <a:pt x="934672" y="2298194"/>
                      <a:pt x="844062" y="2372329"/>
                      <a:pt x="760042" y="2453054"/>
                    </a:cubicBezTo>
                    <a:cubicBezTo>
                      <a:pt x="676022" y="2533779"/>
                      <a:pt x="593650" y="2617799"/>
                      <a:pt x="521162" y="2708409"/>
                    </a:cubicBezTo>
                    <a:cubicBezTo>
                      <a:pt x="447026" y="2799019"/>
                      <a:pt x="379481" y="2894571"/>
                      <a:pt x="320173" y="2995066"/>
                    </a:cubicBezTo>
                    <a:cubicBezTo>
                      <a:pt x="199909" y="3197702"/>
                      <a:pt x="115889" y="3418461"/>
                      <a:pt x="77997" y="3650751"/>
                    </a:cubicBezTo>
                    <a:cubicBezTo>
                      <a:pt x="38459" y="3883042"/>
                      <a:pt x="53286" y="4121922"/>
                      <a:pt x="107652" y="4352565"/>
                    </a:cubicBezTo>
                    <a:cubicBezTo>
                      <a:pt x="162017" y="4583208"/>
                      <a:pt x="259217" y="4803967"/>
                      <a:pt x="381128" y="5009898"/>
                    </a:cubicBezTo>
                    <a:cubicBezTo>
                      <a:pt x="249332" y="4808909"/>
                      <a:pt x="140601" y="4593093"/>
                      <a:pt x="74703" y="4360802"/>
                    </a:cubicBezTo>
                    <a:cubicBezTo>
                      <a:pt x="8804" y="4130159"/>
                      <a:pt x="-17555" y="3883042"/>
                      <a:pt x="12099" y="3642514"/>
                    </a:cubicBezTo>
                    <a:cubicBezTo>
                      <a:pt x="40106" y="3400338"/>
                      <a:pt x="117536" y="3164753"/>
                      <a:pt x="232858" y="2948937"/>
                    </a:cubicBezTo>
                    <a:cubicBezTo>
                      <a:pt x="290519" y="2841853"/>
                      <a:pt x="356417" y="2738063"/>
                      <a:pt x="428904" y="2640864"/>
                    </a:cubicBezTo>
                    <a:cubicBezTo>
                      <a:pt x="501392" y="2542017"/>
                      <a:pt x="582117" y="2451407"/>
                      <a:pt x="666137" y="2362444"/>
                    </a:cubicBezTo>
                    <a:cubicBezTo>
                      <a:pt x="750157" y="2273482"/>
                      <a:pt x="840767" y="2192757"/>
                      <a:pt x="933024" y="2113680"/>
                    </a:cubicBezTo>
                    <a:cubicBezTo>
                      <a:pt x="980801" y="2075788"/>
                      <a:pt x="1026929" y="2036249"/>
                      <a:pt x="1076353" y="2000005"/>
                    </a:cubicBezTo>
                    <a:lnTo>
                      <a:pt x="1148840" y="1945639"/>
                    </a:lnTo>
                    <a:lnTo>
                      <a:pt x="1216386" y="1892921"/>
                    </a:lnTo>
                    <a:cubicBezTo>
                      <a:pt x="1394311" y="1751240"/>
                      <a:pt x="1542581" y="1573316"/>
                      <a:pt x="1613422" y="1369032"/>
                    </a:cubicBezTo>
                    <a:cubicBezTo>
                      <a:pt x="1648018" y="1268537"/>
                      <a:pt x="1662845" y="1161453"/>
                      <a:pt x="1657903" y="1054369"/>
                    </a:cubicBezTo>
                    <a:cubicBezTo>
                      <a:pt x="1654608" y="947284"/>
                      <a:pt x="1628249" y="841847"/>
                      <a:pt x="1590357" y="739705"/>
                    </a:cubicBezTo>
                    <a:cubicBezTo>
                      <a:pt x="1572235" y="688634"/>
                      <a:pt x="1547524" y="639211"/>
                      <a:pt x="1522812" y="589787"/>
                    </a:cubicBezTo>
                    <a:cubicBezTo>
                      <a:pt x="1496453" y="540364"/>
                      <a:pt x="1468446" y="492588"/>
                      <a:pt x="1438792" y="446459"/>
                    </a:cubicBezTo>
                    <a:cubicBezTo>
                      <a:pt x="1407490" y="400331"/>
                      <a:pt x="1374541" y="354202"/>
                      <a:pt x="1339945" y="311368"/>
                    </a:cubicBezTo>
                    <a:cubicBezTo>
                      <a:pt x="1321823" y="289951"/>
                      <a:pt x="1305348" y="268534"/>
                      <a:pt x="1285579" y="247118"/>
                    </a:cubicBezTo>
                    <a:cubicBezTo>
                      <a:pt x="1275694" y="237233"/>
                      <a:pt x="1267457" y="227348"/>
                      <a:pt x="1257572" y="217464"/>
                    </a:cubicBezTo>
                    <a:lnTo>
                      <a:pt x="1244393" y="202636"/>
                    </a:lnTo>
                    <a:lnTo>
                      <a:pt x="1239450" y="192752"/>
                    </a:lnTo>
                    <a:lnTo>
                      <a:pt x="1234508" y="187809"/>
                    </a:lnTo>
                    <a:lnTo>
                      <a:pt x="1419022" y="0"/>
                    </a:lnTo>
                    <a:close/>
                  </a:path>
                </a:pathLst>
              </a:custGeom>
              <a:gradFill flip="none" rotWithShape="1">
                <a:gsLst>
                  <a:gs pos="81000">
                    <a:schemeClr val="accent1">
                      <a:lumMod val="75000"/>
                    </a:schemeClr>
                  </a:gs>
                  <a:gs pos="24000">
                    <a:schemeClr val="accent2"/>
                  </a:gs>
                </a:gsLst>
                <a:lin ang="5400000" scaled="1"/>
                <a:tileRect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任意多边形: 形状 59"/>
              <p:cNvSpPr/>
              <p:nvPr/>
            </p:nvSpPr>
            <p:spPr>
              <a:xfrm rot="21376662">
                <a:off x="10432333" y="2195407"/>
                <a:ext cx="354598" cy="300045"/>
              </a:xfrm>
              <a:custGeom>
                <a:avLst/>
                <a:gdLst>
                  <a:gd name="connsiteX0" fmla="*/ 8237 w 428337"/>
                  <a:gd name="connsiteY0" fmla="*/ 0 h 362439"/>
                  <a:gd name="connsiteX1" fmla="*/ 0 w 428337"/>
                  <a:gd name="connsiteY1" fmla="*/ 6590 h 362439"/>
                  <a:gd name="connsiteX2" fmla="*/ 151566 w 428337"/>
                  <a:gd name="connsiteY2" fmla="*/ 194399 h 362439"/>
                  <a:gd name="connsiteX3" fmla="*/ 341022 w 428337"/>
                  <a:gd name="connsiteY3" fmla="*/ 261945 h 362439"/>
                  <a:gd name="connsiteX4" fmla="*/ 416805 w 428337"/>
                  <a:gd name="connsiteY4" fmla="*/ 365734 h 362439"/>
                  <a:gd name="connsiteX5" fmla="*/ 443164 w 428337"/>
                  <a:gd name="connsiteY5" fmla="*/ 345965 h 362439"/>
                  <a:gd name="connsiteX6" fmla="*/ 395388 w 428337"/>
                  <a:gd name="connsiteY6" fmla="*/ 280067 h 362439"/>
                  <a:gd name="connsiteX7" fmla="*/ 308073 w 428337"/>
                  <a:gd name="connsiteY7" fmla="*/ 163098 h 362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28337" h="362439">
                    <a:moveTo>
                      <a:pt x="8237" y="0"/>
                    </a:moveTo>
                    <a:lnTo>
                      <a:pt x="0" y="6590"/>
                    </a:lnTo>
                    <a:lnTo>
                      <a:pt x="151566" y="194399"/>
                    </a:lnTo>
                    <a:lnTo>
                      <a:pt x="341022" y="261945"/>
                    </a:lnTo>
                    <a:lnTo>
                      <a:pt x="416805" y="365734"/>
                    </a:lnTo>
                    <a:lnTo>
                      <a:pt x="443164" y="345965"/>
                    </a:lnTo>
                    <a:lnTo>
                      <a:pt x="395388" y="280067"/>
                    </a:lnTo>
                    <a:lnTo>
                      <a:pt x="308073" y="163098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" name="任意多边形: 形状 60"/>
              <p:cNvSpPr/>
              <p:nvPr/>
            </p:nvSpPr>
            <p:spPr>
              <a:xfrm rot="21376662">
                <a:off x="10432687" y="2200852"/>
                <a:ext cx="354598" cy="300045"/>
              </a:xfrm>
              <a:custGeom>
                <a:avLst/>
                <a:gdLst>
                  <a:gd name="connsiteX0" fmla="*/ 0 w 428337"/>
                  <a:gd name="connsiteY0" fmla="*/ 0 h 362439"/>
                  <a:gd name="connsiteX1" fmla="*/ 143328 w 428337"/>
                  <a:gd name="connsiteY1" fmla="*/ 194399 h 362439"/>
                  <a:gd name="connsiteX2" fmla="*/ 332785 w 428337"/>
                  <a:gd name="connsiteY2" fmla="*/ 261945 h 362439"/>
                  <a:gd name="connsiteX3" fmla="*/ 408568 w 428337"/>
                  <a:gd name="connsiteY3" fmla="*/ 364087 h 362439"/>
                  <a:gd name="connsiteX4" fmla="*/ 434927 w 428337"/>
                  <a:gd name="connsiteY4" fmla="*/ 345965 h 362439"/>
                  <a:gd name="connsiteX5" fmla="*/ 385504 w 428337"/>
                  <a:gd name="connsiteY5" fmla="*/ 280067 h 362439"/>
                  <a:gd name="connsiteX6" fmla="*/ 299836 w 428337"/>
                  <a:gd name="connsiteY6" fmla="*/ 163098 h 362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8337" h="362439">
                    <a:moveTo>
                      <a:pt x="0" y="0"/>
                    </a:moveTo>
                    <a:lnTo>
                      <a:pt x="143328" y="194399"/>
                    </a:lnTo>
                    <a:lnTo>
                      <a:pt x="332785" y="261945"/>
                    </a:lnTo>
                    <a:lnTo>
                      <a:pt x="408568" y="364087"/>
                    </a:lnTo>
                    <a:lnTo>
                      <a:pt x="434927" y="345965"/>
                    </a:lnTo>
                    <a:lnTo>
                      <a:pt x="385504" y="280067"/>
                    </a:lnTo>
                    <a:lnTo>
                      <a:pt x="299836" y="163098"/>
                    </a:lnTo>
                    <a:close/>
                  </a:path>
                </a:pathLst>
              </a:custGeom>
              <a:gradFill>
                <a:gsLst>
                  <a:gs pos="93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" name="任意多边形: 形状 61"/>
              <p:cNvSpPr/>
              <p:nvPr/>
            </p:nvSpPr>
            <p:spPr>
              <a:xfrm rot="21376662">
                <a:off x="10774428" y="2463681"/>
                <a:ext cx="109107" cy="136384"/>
              </a:xfrm>
              <a:custGeom>
                <a:avLst/>
                <a:gdLst>
                  <a:gd name="connsiteX0" fmla="*/ 50053 w 131796"/>
                  <a:gd name="connsiteY0" fmla="*/ 234 h 164745"/>
                  <a:gd name="connsiteX1" fmla="*/ 26988 w 131796"/>
                  <a:gd name="connsiteY1" fmla="*/ 16709 h 164745"/>
                  <a:gd name="connsiteX2" fmla="*/ 3924 w 131796"/>
                  <a:gd name="connsiteY2" fmla="*/ 33183 h 164745"/>
                  <a:gd name="connsiteX3" fmla="*/ 8867 w 131796"/>
                  <a:gd name="connsiteY3" fmla="*/ 71075 h 164745"/>
                  <a:gd name="connsiteX4" fmla="*/ 137368 w 131796"/>
                  <a:gd name="connsiteY4" fmla="*/ 166627 h 164745"/>
                  <a:gd name="connsiteX5" fmla="*/ 84649 w 131796"/>
                  <a:gd name="connsiteY5" fmla="*/ 15061 h 164745"/>
                  <a:gd name="connsiteX6" fmla="*/ 50053 w 131796"/>
                  <a:gd name="connsiteY6" fmla="*/ 234 h 164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796" h="164745">
                    <a:moveTo>
                      <a:pt x="50053" y="234"/>
                    </a:moveTo>
                    <a:lnTo>
                      <a:pt x="26988" y="16709"/>
                    </a:lnTo>
                    <a:lnTo>
                      <a:pt x="3924" y="33183"/>
                    </a:lnTo>
                    <a:cubicBezTo>
                      <a:pt x="3924" y="33183"/>
                      <a:pt x="-7608" y="52953"/>
                      <a:pt x="8867" y="71075"/>
                    </a:cubicBezTo>
                    <a:cubicBezTo>
                      <a:pt x="25341" y="89197"/>
                      <a:pt x="78059" y="146857"/>
                      <a:pt x="137368" y="166627"/>
                    </a:cubicBezTo>
                    <a:cubicBezTo>
                      <a:pt x="137368" y="104024"/>
                      <a:pt x="96181" y="36478"/>
                      <a:pt x="84649" y="15061"/>
                    </a:cubicBezTo>
                    <a:cubicBezTo>
                      <a:pt x="73117" y="-3061"/>
                      <a:pt x="50053" y="234"/>
                      <a:pt x="50053" y="234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FDE549"/>
                  </a:gs>
                  <a:gs pos="6195">
                    <a:srgbClr val="D9250F"/>
                  </a:gs>
                  <a:gs pos="38000">
                    <a:srgbClr val="FA6116"/>
                  </a:gs>
                </a:gsLst>
                <a:path path="rect">
                  <a:fillToRect l="100000" t="100000"/>
                </a:path>
                <a:tileRect r="-100000" b="-100000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3" name="任意多边形: 形状 62"/>
              <p:cNvSpPr/>
              <p:nvPr/>
            </p:nvSpPr>
            <p:spPr>
              <a:xfrm rot="21376662">
                <a:off x="10762327" y="2452430"/>
                <a:ext cx="40916" cy="40916"/>
              </a:xfrm>
              <a:custGeom>
                <a:avLst/>
                <a:gdLst>
                  <a:gd name="connsiteX0" fmla="*/ 5560 w 49423"/>
                  <a:gd name="connsiteY0" fmla="*/ 27183 h 49423"/>
                  <a:gd name="connsiteX1" fmla="*/ 618 w 49423"/>
                  <a:gd name="connsiteY1" fmla="*/ 42010 h 49423"/>
                  <a:gd name="connsiteX2" fmla="*/ 7208 w 49423"/>
                  <a:gd name="connsiteY2" fmla="*/ 53542 h 49423"/>
                  <a:gd name="connsiteX3" fmla="*/ 7208 w 49423"/>
                  <a:gd name="connsiteY3" fmla="*/ 53542 h 49423"/>
                  <a:gd name="connsiteX4" fmla="*/ 63221 w 49423"/>
                  <a:gd name="connsiteY4" fmla="*/ 12356 h 49423"/>
                  <a:gd name="connsiteX5" fmla="*/ 63221 w 49423"/>
                  <a:gd name="connsiteY5" fmla="*/ 12356 h 49423"/>
                  <a:gd name="connsiteX6" fmla="*/ 53336 w 49423"/>
                  <a:gd name="connsiteY6" fmla="*/ 2471 h 49423"/>
                  <a:gd name="connsiteX7" fmla="*/ 38509 w 49423"/>
                  <a:gd name="connsiteY7" fmla="*/ 2471 h 49423"/>
                  <a:gd name="connsiteX8" fmla="*/ 5560 w 49423"/>
                  <a:gd name="connsiteY8" fmla="*/ 27183 h 49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9423" h="49423">
                    <a:moveTo>
                      <a:pt x="5560" y="27183"/>
                    </a:moveTo>
                    <a:cubicBezTo>
                      <a:pt x="618" y="30478"/>
                      <a:pt x="-1030" y="37068"/>
                      <a:pt x="618" y="42010"/>
                    </a:cubicBezTo>
                    <a:cubicBezTo>
                      <a:pt x="2265" y="46952"/>
                      <a:pt x="3913" y="51895"/>
                      <a:pt x="7208" y="53542"/>
                    </a:cubicBezTo>
                    <a:lnTo>
                      <a:pt x="7208" y="53542"/>
                    </a:lnTo>
                    <a:cubicBezTo>
                      <a:pt x="30272" y="48600"/>
                      <a:pt x="51689" y="33773"/>
                      <a:pt x="63221" y="12356"/>
                    </a:cubicBezTo>
                    <a:lnTo>
                      <a:pt x="63221" y="12356"/>
                    </a:lnTo>
                    <a:cubicBezTo>
                      <a:pt x="61574" y="9061"/>
                      <a:pt x="58279" y="5766"/>
                      <a:pt x="53336" y="2471"/>
                    </a:cubicBezTo>
                    <a:cubicBezTo>
                      <a:pt x="48394" y="-824"/>
                      <a:pt x="41804" y="-824"/>
                      <a:pt x="38509" y="2471"/>
                    </a:cubicBezTo>
                    <a:lnTo>
                      <a:pt x="5560" y="27183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bg1"/>
                  </a:gs>
                </a:gsLst>
                <a:lin ang="54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4" name="任意多边形: 形状 63"/>
              <p:cNvSpPr/>
              <p:nvPr/>
            </p:nvSpPr>
            <p:spPr>
              <a:xfrm rot="21376662">
                <a:off x="10313410" y="2304712"/>
                <a:ext cx="177300" cy="422791"/>
              </a:xfrm>
              <a:custGeom>
                <a:avLst/>
                <a:gdLst>
                  <a:gd name="connsiteX0" fmla="*/ 0 w 214168"/>
                  <a:gd name="connsiteY0" fmla="*/ 6590 h 510709"/>
                  <a:gd name="connsiteX1" fmla="*/ 8237 w 214168"/>
                  <a:gd name="connsiteY1" fmla="*/ 0 h 510709"/>
                  <a:gd name="connsiteX2" fmla="*/ 143328 w 214168"/>
                  <a:gd name="connsiteY2" fmla="*/ 200989 h 510709"/>
                  <a:gd name="connsiteX3" fmla="*/ 151566 w 214168"/>
                  <a:gd name="connsiteY3" fmla="*/ 401978 h 510709"/>
                  <a:gd name="connsiteX4" fmla="*/ 227348 w 214168"/>
                  <a:gd name="connsiteY4" fmla="*/ 504120 h 510709"/>
                  <a:gd name="connsiteX5" fmla="*/ 200989 w 214168"/>
                  <a:gd name="connsiteY5" fmla="*/ 523889 h 510709"/>
                  <a:gd name="connsiteX6" fmla="*/ 153213 w 214168"/>
                  <a:gd name="connsiteY6" fmla="*/ 457991 h 510709"/>
                  <a:gd name="connsiteX7" fmla="*/ 65898 w 214168"/>
                  <a:gd name="connsiteY7" fmla="*/ 341022 h 510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4168" h="510709">
                    <a:moveTo>
                      <a:pt x="0" y="6590"/>
                    </a:moveTo>
                    <a:lnTo>
                      <a:pt x="8237" y="0"/>
                    </a:lnTo>
                    <a:lnTo>
                      <a:pt x="143328" y="200989"/>
                    </a:lnTo>
                    <a:lnTo>
                      <a:pt x="151566" y="401978"/>
                    </a:lnTo>
                    <a:lnTo>
                      <a:pt x="227348" y="504120"/>
                    </a:lnTo>
                    <a:lnTo>
                      <a:pt x="200989" y="523889"/>
                    </a:lnTo>
                    <a:lnTo>
                      <a:pt x="153213" y="457991"/>
                    </a:lnTo>
                    <a:lnTo>
                      <a:pt x="65898" y="341022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任意多边形: 形状 64"/>
              <p:cNvSpPr/>
              <p:nvPr/>
            </p:nvSpPr>
            <p:spPr>
              <a:xfrm rot="21376662">
                <a:off x="10320215" y="2304269"/>
                <a:ext cx="177300" cy="422791"/>
              </a:xfrm>
              <a:custGeom>
                <a:avLst/>
                <a:gdLst>
                  <a:gd name="connsiteX0" fmla="*/ 0 w 214168"/>
                  <a:gd name="connsiteY0" fmla="*/ 0 h 510709"/>
                  <a:gd name="connsiteX1" fmla="*/ 143328 w 214168"/>
                  <a:gd name="connsiteY1" fmla="*/ 194399 h 510709"/>
                  <a:gd name="connsiteX2" fmla="*/ 151566 w 214168"/>
                  <a:gd name="connsiteY2" fmla="*/ 395388 h 510709"/>
                  <a:gd name="connsiteX3" fmla="*/ 227348 w 214168"/>
                  <a:gd name="connsiteY3" fmla="*/ 499178 h 510709"/>
                  <a:gd name="connsiteX4" fmla="*/ 200989 w 214168"/>
                  <a:gd name="connsiteY4" fmla="*/ 517300 h 510709"/>
                  <a:gd name="connsiteX5" fmla="*/ 153213 w 214168"/>
                  <a:gd name="connsiteY5" fmla="*/ 453049 h 510709"/>
                  <a:gd name="connsiteX6" fmla="*/ 67545 w 214168"/>
                  <a:gd name="connsiteY6" fmla="*/ 334433 h 510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4168" h="510709">
                    <a:moveTo>
                      <a:pt x="0" y="0"/>
                    </a:moveTo>
                    <a:lnTo>
                      <a:pt x="143328" y="194399"/>
                    </a:lnTo>
                    <a:lnTo>
                      <a:pt x="151566" y="395388"/>
                    </a:lnTo>
                    <a:lnTo>
                      <a:pt x="227348" y="499178"/>
                    </a:lnTo>
                    <a:lnTo>
                      <a:pt x="200989" y="517300"/>
                    </a:lnTo>
                    <a:lnTo>
                      <a:pt x="153213" y="453049"/>
                    </a:lnTo>
                    <a:lnTo>
                      <a:pt x="67545" y="334433"/>
                    </a:lnTo>
                    <a:close/>
                  </a:path>
                </a:pathLst>
              </a:custGeom>
              <a:gradFill>
                <a:gsLst>
                  <a:gs pos="93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6" name="任意多边形: 形状 65"/>
              <p:cNvSpPr/>
              <p:nvPr/>
            </p:nvSpPr>
            <p:spPr>
              <a:xfrm rot="21376662">
                <a:off x="10489435" y="2704784"/>
                <a:ext cx="109107" cy="136384"/>
              </a:xfrm>
              <a:custGeom>
                <a:avLst/>
                <a:gdLst>
                  <a:gd name="connsiteX0" fmla="*/ 3924 w 131796"/>
                  <a:gd name="connsiteY0" fmla="*/ 33442 h 164745"/>
                  <a:gd name="connsiteX1" fmla="*/ 26988 w 131796"/>
                  <a:gd name="connsiteY1" fmla="*/ 16967 h 164745"/>
                  <a:gd name="connsiteX2" fmla="*/ 50053 w 131796"/>
                  <a:gd name="connsiteY2" fmla="*/ 493 h 164745"/>
                  <a:gd name="connsiteX3" fmla="*/ 84649 w 131796"/>
                  <a:gd name="connsiteY3" fmla="*/ 16967 h 164745"/>
                  <a:gd name="connsiteX4" fmla="*/ 137368 w 131796"/>
                  <a:gd name="connsiteY4" fmla="*/ 168533 h 164745"/>
                  <a:gd name="connsiteX5" fmla="*/ 8867 w 131796"/>
                  <a:gd name="connsiteY5" fmla="*/ 72981 h 164745"/>
                  <a:gd name="connsiteX6" fmla="*/ 3924 w 131796"/>
                  <a:gd name="connsiteY6" fmla="*/ 33442 h 164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1796" h="164745">
                    <a:moveTo>
                      <a:pt x="3924" y="33442"/>
                    </a:moveTo>
                    <a:lnTo>
                      <a:pt x="26988" y="16967"/>
                    </a:lnTo>
                    <a:lnTo>
                      <a:pt x="50053" y="493"/>
                    </a:lnTo>
                    <a:cubicBezTo>
                      <a:pt x="50053" y="493"/>
                      <a:pt x="73117" y="-4449"/>
                      <a:pt x="84649" y="16967"/>
                    </a:cubicBezTo>
                    <a:cubicBezTo>
                      <a:pt x="96181" y="38384"/>
                      <a:pt x="137368" y="104282"/>
                      <a:pt x="137368" y="168533"/>
                    </a:cubicBezTo>
                    <a:cubicBezTo>
                      <a:pt x="76412" y="148763"/>
                      <a:pt x="25341" y="91103"/>
                      <a:pt x="8867" y="72981"/>
                    </a:cubicBezTo>
                    <a:cubicBezTo>
                      <a:pt x="-7608" y="54859"/>
                      <a:pt x="3924" y="33442"/>
                      <a:pt x="3924" y="33442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FDE549"/>
                  </a:gs>
                  <a:gs pos="6195">
                    <a:srgbClr val="D9250F"/>
                  </a:gs>
                  <a:gs pos="38000">
                    <a:srgbClr val="FA6116"/>
                  </a:gs>
                </a:gsLst>
                <a:path path="rect">
                  <a:fillToRect l="100000" t="100000"/>
                </a:path>
                <a:tileRect r="-100000" b="-100000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7" name="任意多边形: 形状 66"/>
              <p:cNvSpPr/>
              <p:nvPr/>
            </p:nvSpPr>
            <p:spPr>
              <a:xfrm rot="21376662">
                <a:off x="10475899" y="2692473"/>
                <a:ext cx="40916" cy="40916"/>
              </a:xfrm>
              <a:custGeom>
                <a:avLst/>
                <a:gdLst>
                  <a:gd name="connsiteX0" fmla="*/ 38509 w 49423"/>
                  <a:gd name="connsiteY0" fmla="*/ 2471 h 49423"/>
                  <a:gd name="connsiteX1" fmla="*/ 53336 w 49423"/>
                  <a:gd name="connsiteY1" fmla="*/ 2471 h 49423"/>
                  <a:gd name="connsiteX2" fmla="*/ 63221 w 49423"/>
                  <a:gd name="connsiteY2" fmla="*/ 12356 h 49423"/>
                  <a:gd name="connsiteX3" fmla="*/ 63221 w 49423"/>
                  <a:gd name="connsiteY3" fmla="*/ 12356 h 49423"/>
                  <a:gd name="connsiteX4" fmla="*/ 7208 w 49423"/>
                  <a:gd name="connsiteY4" fmla="*/ 53542 h 49423"/>
                  <a:gd name="connsiteX5" fmla="*/ 7208 w 49423"/>
                  <a:gd name="connsiteY5" fmla="*/ 53542 h 49423"/>
                  <a:gd name="connsiteX6" fmla="*/ 618 w 49423"/>
                  <a:gd name="connsiteY6" fmla="*/ 42010 h 49423"/>
                  <a:gd name="connsiteX7" fmla="*/ 5560 w 49423"/>
                  <a:gd name="connsiteY7" fmla="*/ 27183 h 49423"/>
                  <a:gd name="connsiteX8" fmla="*/ 38509 w 49423"/>
                  <a:gd name="connsiteY8" fmla="*/ 2471 h 49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9423" h="49423">
                    <a:moveTo>
                      <a:pt x="38509" y="2471"/>
                    </a:moveTo>
                    <a:cubicBezTo>
                      <a:pt x="43451" y="-824"/>
                      <a:pt x="50041" y="-824"/>
                      <a:pt x="53336" y="2471"/>
                    </a:cubicBezTo>
                    <a:cubicBezTo>
                      <a:pt x="56631" y="5766"/>
                      <a:pt x="61574" y="9061"/>
                      <a:pt x="63221" y="12356"/>
                    </a:cubicBezTo>
                    <a:lnTo>
                      <a:pt x="63221" y="12356"/>
                    </a:lnTo>
                    <a:cubicBezTo>
                      <a:pt x="51689" y="33773"/>
                      <a:pt x="31919" y="48600"/>
                      <a:pt x="7208" y="53542"/>
                    </a:cubicBezTo>
                    <a:lnTo>
                      <a:pt x="7208" y="53542"/>
                    </a:lnTo>
                    <a:cubicBezTo>
                      <a:pt x="3913" y="50247"/>
                      <a:pt x="2265" y="45305"/>
                      <a:pt x="618" y="42010"/>
                    </a:cubicBezTo>
                    <a:cubicBezTo>
                      <a:pt x="-1030" y="37068"/>
                      <a:pt x="618" y="30478"/>
                      <a:pt x="5560" y="27183"/>
                    </a:cubicBezTo>
                    <a:lnTo>
                      <a:pt x="38509" y="2471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bg1"/>
                  </a:gs>
                </a:gsLst>
                <a:lin ang="54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8" name="任意多边形: 形状 67"/>
              <p:cNvSpPr/>
              <p:nvPr/>
            </p:nvSpPr>
            <p:spPr>
              <a:xfrm rot="21376662">
                <a:off x="10527055" y="2469152"/>
                <a:ext cx="286407" cy="340960"/>
              </a:xfrm>
              <a:custGeom>
                <a:avLst/>
                <a:gdLst>
                  <a:gd name="connsiteX0" fmla="*/ 127917 w 345964"/>
                  <a:gd name="connsiteY0" fmla="*/ 1405 h 411862"/>
                  <a:gd name="connsiteX1" fmla="*/ 68609 w 345964"/>
                  <a:gd name="connsiteY1" fmla="*/ 44239 h 411862"/>
                  <a:gd name="connsiteX2" fmla="*/ 9301 w 345964"/>
                  <a:gd name="connsiteY2" fmla="*/ 87073 h 411862"/>
                  <a:gd name="connsiteX3" fmla="*/ 22480 w 345964"/>
                  <a:gd name="connsiteY3" fmla="*/ 182625 h 411862"/>
                  <a:gd name="connsiteX4" fmla="*/ 348676 w 345964"/>
                  <a:gd name="connsiteY4" fmla="*/ 424800 h 411862"/>
                  <a:gd name="connsiteX5" fmla="*/ 215232 w 345964"/>
                  <a:gd name="connsiteY5" fmla="*/ 42592 h 411862"/>
                  <a:gd name="connsiteX6" fmla="*/ 127917 w 345964"/>
                  <a:gd name="connsiteY6" fmla="*/ 1405 h 411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45964" h="411862">
                    <a:moveTo>
                      <a:pt x="127917" y="1405"/>
                    </a:moveTo>
                    <a:lnTo>
                      <a:pt x="68609" y="44239"/>
                    </a:lnTo>
                    <a:lnTo>
                      <a:pt x="9301" y="87073"/>
                    </a:lnTo>
                    <a:cubicBezTo>
                      <a:pt x="9301" y="87073"/>
                      <a:pt x="-18706" y="138144"/>
                      <a:pt x="22480" y="182625"/>
                    </a:cubicBezTo>
                    <a:cubicBezTo>
                      <a:pt x="63667" y="227106"/>
                      <a:pt x="195463" y="375377"/>
                      <a:pt x="348676" y="424800"/>
                    </a:cubicBezTo>
                    <a:cubicBezTo>
                      <a:pt x="347028" y="264997"/>
                      <a:pt x="244886" y="95310"/>
                      <a:pt x="215232" y="42592"/>
                    </a:cubicBezTo>
                    <a:cubicBezTo>
                      <a:pt x="185578" y="-11774"/>
                      <a:pt x="127917" y="1405"/>
                      <a:pt x="127917" y="1405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rgbClr val="FDE549"/>
                  </a:gs>
                  <a:gs pos="6195">
                    <a:srgbClr val="D9250F"/>
                  </a:gs>
                  <a:gs pos="38000">
                    <a:srgbClr val="FA6116"/>
                  </a:gs>
                </a:gsLst>
                <a:path path="rect">
                  <a:fillToRect l="100000" t="100000"/>
                </a:path>
                <a:tileRect r="-100000" b="-100000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9" name="任意多边形: 形状 68"/>
              <p:cNvSpPr/>
              <p:nvPr/>
            </p:nvSpPr>
            <p:spPr>
              <a:xfrm rot="21376662">
                <a:off x="10493311" y="2433413"/>
                <a:ext cx="136384" cy="109107"/>
              </a:xfrm>
              <a:custGeom>
                <a:avLst/>
                <a:gdLst>
                  <a:gd name="connsiteX0" fmla="*/ 0 w 164745"/>
                  <a:gd name="connsiteY0" fmla="*/ 88962 h 131796"/>
                  <a:gd name="connsiteX1" fmla="*/ 24712 w 164745"/>
                  <a:gd name="connsiteY1" fmla="*/ 143328 h 131796"/>
                  <a:gd name="connsiteX2" fmla="*/ 24712 w 164745"/>
                  <a:gd name="connsiteY2" fmla="*/ 143328 h 131796"/>
                  <a:gd name="connsiteX3" fmla="*/ 164745 w 164745"/>
                  <a:gd name="connsiteY3" fmla="*/ 39539 h 131796"/>
                  <a:gd name="connsiteX4" fmla="*/ 164745 w 164745"/>
                  <a:gd name="connsiteY4" fmla="*/ 39539 h 131796"/>
                  <a:gd name="connsiteX5" fmla="*/ 120264 w 164745"/>
                  <a:gd name="connsiteY5" fmla="*/ 0 h 131796"/>
                  <a:gd name="connsiteX6" fmla="*/ 0 w 164745"/>
                  <a:gd name="connsiteY6" fmla="*/ 88962 h 131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4745" h="131796">
                    <a:moveTo>
                      <a:pt x="0" y="88962"/>
                    </a:moveTo>
                    <a:cubicBezTo>
                      <a:pt x="0" y="88962"/>
                      <a:pt x="11532" y="128501"/>
                      <a:pt x="24712" y="143328"/>
                    </a:cubicBezTo>
                    <a:lnTo>
                      <a:pt x="24712" y="143328"/>
                    </a:lnTo>
                    <a:cubicBezTo>
                      <a:pt x="84020" y="131796"/>
                      <a:pt x="135091" y="93905"/>
                      <a:pt x="164745" y="39539"/>
                    </a:cubicBezTo>
                    <a:lnTo>
                      <a:pt x="164745" y="39539"/>
                    </a:lnTo>
                    <a:cubicBezTo>
                      <a:pt x="154860" y="23064"/>
                      <a:pt x="120264" y="0"/>
                      <a:pt x="120264" y="0"/>
                    </a:cubicBezTo>
                    <a:lnTo>
                      <a:pt x="0" y="88962"/>
                    </a:lnTo>
                    <a:close/>
                  </a:path>
                </a:pathLst>
              </a:custGeom>
              <a:gradFill flip="none" rotWithShape="1">
                <a:gsLst>
                  <a:gs pos="100000">
                    <a:schemeClr val="accent2">
                      <a:lumMod val="20000"/>
                      <a:lumOff val="80000"/>
                    </a:schemeClr>
                  </a:gs>
                  <a:gs pos="0">
                    <a:schemeClr val="accent2">
                      <a:lumMod val="60000"/>
                      <a:lumOff val="40000"/>
                    </a:schemeClr>
                  </a:gs>
                </a:gsLst>
                <a:lin ang="8100000" scaled="1"/>
                <a:tileRect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0" name="任意多边形: 形状 69"/>
              <p:cNvSpPr/>
              <p:nvPr/>
            </p:nvSpPr>
            <p:spPr>
              <a:xfrm rot="21376662">
                <a:off x="10118431" y="1959009"/>
                <a:ext cx="450067" cy="559175"/>
              </a:xfrm>
              <a:custGeom>
                <a:avLst/>
                <a:gdLst>
                  <a:gd name="connsiteX0" fmla="*/ 27451 w 543658"/>
                  <a:gd name="connsiteY0" fmla="*/ 3027 h 675454"/>
                  <a:gd name="connsiteX1" fmla="*/ 119709 w 543658"/>
                  <a:gd name="connsiteY1" fmla="*/ 403358 h 675454"/>
                  <a:gd name="connsiteX2" fmla="*/ 427782 w 543658"/>
                  <a:gd name="connsiteY2" fmla="*/ 685072 h 675454"/>
                  <a:gd name="connsiteX3" fmla="*/ 427782 w 543658"/>
                  <a:gd name="connsiteY3" fmla="*/ 685072 h 675454"/>
                  <a:gd name="connsiteX4" fmla="*/ 559578 w 543658"/>
                  <a:gd name="connsiteY4" fmla="*/ 587872 h 675454"/>
                  <a:gd name="connsiteX5" fmla="*/ 559578 w 543658"/>
                  <a:gd name="connsiteY5" fmla="*/ 587872 h 675454"/>
                  <a:gd name="connsiteX6" fmla="*/ 383301 w 543658"/>
                  <a:gd name="connsiteY6" fmla="*/ 210606 h 675454"/>
                  <a:gd name="connsiteX7" fmla="*/ 27451 w 543658"/>
                  <a:gd name="connsiteY7" fmla="*/ 3027 h 6754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43658" h="675454">
                    <a:moveTo>
                      <a:pt x="27451" y="3027"/>
                    </a:moveTo>
                    <a:cubicBezTo>
                      <a:pt x="27451" y="3027"/>
                      <a:pt x="-76338" y="190836"/>
                      <a:pt x="119709" y="403358"/>
                    </a:cubicBezTo>
                    <a:cubicBezTo>
                      <a:pt x="315755" y="614231"/>
                      <a:pt x="427782" y="685072"/>
                      <a:pt x="427782" y="685072"/>
                    </a:cubicBezTo>
                    <a:lnTo>
                      <a:pt x="427782" y="685072"/>
                    </a:lnTo>
                    <a:cubicBezTo>
                      <a:pt x="487090" y="681777"/>
                      <a:pt x="538161" y="643885"/>
                      <a:pt x="559578" y="587872"/>
                    </a:cubicBezTo>
                    <a:lnTo>
                      <a:pt x="559578" y="587872"/>
                    </a:lnTo>
                    <a:cubicBezTo>
                      <a:pt x="559578" y="587872"/>
                      <a:pt x="526629" y="461018"/>
                      <a:pt x="383301" y="210606"/>
                    </a:cubicBezTo>
                    <a:cubicBezTo>
                      <a:pt x="238325" y="-41454"/>
                      <a:pt x="27451" y="3027"/>
                      <a:pt x="27451" y="3027"/>
                    </a:cubicBezTo>
                    <a:close/>
                  </a:path>
                </a:pathLst>
              </a:custGeom>
              <a:gradFill flip="none" rotWithShape="1">
                <a:gsLst>
                  <a:gs pos="6195">
                    <a:schemeClr val="accent2">
                      <a:lumMod val="60000"/>
                      <a:lumOff val="40000"/>
                    </a:schemeClr>
                  </a:gs>
                  <a:gs pos="88000">
                    <a:schemeClr val="bg1"/>
                  </a:gs>
                </a:gsLst>
                <a:lin ang="8100000" scaled="1"/>
                <a:tileRect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1" name="任意多边形: 形状 70"/>
              <p:cNvSpPr/>
              <p:nvPr/>
            </p:nvSpPr>
            <p:spPr>
              <a:xfrm rot="21376662">
                <a:off x="10442652" y="2382978"/>
                <a:ext cx="150023" cy="122746"/>
              </a:xfrm>
              <a:custGeom>
                <a:avLst/>
                <a:gdLst>
                  <a:gd name="connsiteX0" fmla="*/ 0 w 181219"/>
                  <a:gd name="connsiteY0" fmla="*/ 120264 h 148270"/>
                  <a:gd name="connsiteX1" fmla="*/ 52718 w 181219"/>
                  <a:gd name="connsiteY1" fmla="*/ 158155 h 148270"/>
                  <a:gd name="connsiteX2" fmla="*/ 52718 w 181219"/>
                  <a:gd name="connsiteY2" fmla="*/ 158155 h 148270"/>
                  <a:gd name="connsiteX3" fmla="*/ 184514 w 181219"/>
                  <a:gd name="connsiteY3" fmla="*/ 60956 h 148270"/>
                  <a:gd name="connsiteX4" fmla="*/ 184514 w 181219"/>
                  <a:gd name="connsiteY4" fmla="*/ 60956 h 148270"/>
                  <a:gd name="connsiteX5" fmla="*/ 163098 w 181219"/>
                  <a:gd name="connsiteY5" fmla="*/ 0 h 148270"/>
                  <a:gd name="connsiteX6" fmla="*/ 0 w 181219"/>
                  <a:gd name="connsiteY6" fmla="*/ 120264 h 148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1219" h="148270">
                    <a:moveTo>
                      <a:pt x="0" y="120264"/>
                    </a:moveTo>
                    <a:cubicBezTo>
                      <a:pt x="34596" y="146623"/>
                      <a:pt x="52718" y="158155"/>
                      <a:pt x="52718" y="158155"/>
                    </a:cubicBezTo>
                    <a:lnTo>
                      <a:pt x="52718" y="158155"/>
                    </a:lnTo>
                    <a:cubicBezTo>
                      <a:pt x="112027" y="154860"/>
                      <a:pt x="163098" y="116969"/>
                      <a:pt x="184514" y="60956"/>
                    </a:cubicBezTo>
                    <a:lnTo>
                      <a:pt x="184514" y="60956"/>
                    </a:lnTo>
                    <a:cubicBezTo>
                      <a:pt x="184514" y="60956"/>
                      <a:pt x="179572" y="41186"/>
                      <a:pt x="163098" y="0"/>
                    </a:cubicBezTo>
                    <a:cubicBezTo>
                      <a:pt x="128501" y="62603"/>
                      <a:pt x="69193" y="105437"/>
                      <a:pt x="0" y="120264"/>
                    </a:cubicBezTo>
                    <a:close/>
                  </a:path>
                </a:pathLst>
              </a:custGeom>
              <a:gradFill>
                <a:gsLst>
                  <a:gs pos="93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2" name="任意多边形: 形状 71"/>
              <p:cNvSpPr/>
              <p:nvPr/>
            </p:nvSpPr>
            <p:spPr>
              <a:xfrm rot="21376662">
                <a:off x="10105265" y="1968670"/>
                <a:ext cx="163661" cy="150023"/>
              </a:xfrm>
              <a:custGeom>
                <a:avLst/>
                <a:gdLst>
                  <a:gd name="connsiteX0" fmla="*/ 210539 w 197694"/>
                  <a:gd name="connsiteY0" fmla="*/ 36071 h 181219"/>
                  <a:gd name="connsiteX1" fmla="*/ 27671 w 197694"/>
                  <a:gd name="connsiteY1" fmla="*/ 3122 h 181219"/>
                  <a:gd name="connsiteX2" fmla="*/ 4607 w 197694"/>
                  <a:gd name="connsiteY2" fmla="*/ 187637 h 181219"/>
                  <a:gd name="connsiteX3" fmla="*/ 210539 w 197694"/>
                  <a:gd name="connsiteY3" fmla="*/ 36071 h 181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7694" h="181219">
                    <a:moveTo>
                      <a:pt x="210539" y="36071"/>
                    </a:moveTo>
                    <a:cubicBezTo>
                      <a:pt x="111692" y="-14999"/>
                      <a:pt x="27671" y="3122"/>
                      <a:pt x="27671" y="3122"/>
                    </a:cubicBezTo>
                    <a:cubicBezTo>
                      <a:pt x="27671" y="3122"/>
                      <a:pt x="-13515" y="78905"/>
                      <a:pt x="4607" y="187637"/>
                    </a:cubicBezTo>
                    <a:cubicBezTo>
                      <a:pt x="96864" y="179400"/>
                      <a:pt x="175942" y="120091"/>
                      <a:pt x="210539" y="36071"/>
                    </a:cubicBezTo>
                    <a:close/>
                  </a:path>
                </a:pathLst>
              </a:custGeom>
              <a:gradFill>
                <a:gsLst>
                  <a:gs pos="93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3" name="任意多边形: 形状 72"/>
              <p:cNvSpPr/>
              <p:nvPr/>
            </p:nvSpPr>
            <p:spPr>
              <a:xfrm rot="21376662">
                <a:off x="10130191" y="2026219"/>
                <a:ext cx="231853" cy="177300"/>
              </a:xfrm>
              <a:custGeom>
                <a:avLst/>
                <a:gdLst>
                  <a:gd name="connsiteX0" fmla="*/ 0 w 280066"/>
                  <a:gd name="connsiteY0" fmla="*/ 181220 h 214168"/>
                  <a:gd name="connsiteX1" fmla="*/ 19769 w 280066"/>
                  <a:gd name="connsiteY1" fmla="*/ 225701 h 214168"/>
                  <a:gd name="connsiteX2" fmla="*/ 281714 w 280066"/>
                  <a:gd name="connsiteY2" fmla="*/ 32949 h 214168"/>
                  <a:gd name="connsiteX3" fmla="*/ 245470 w 280066"/>
                  <a:gd name="connsiteY3" fmla="*/ 0 h 214168"/>
                  <a:gd name="connsiteX4" fmla="*/ 0 w 280066"/>
                  <a:gd name="connsiteY4" fmla="*/ 181220 h 214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0066" h="214168">
                    <a:moveTo>
                      <a:pt x="0" y="181220"/>
                    </a:moveTo>
                    <a:cubicBezTo>
                      <a:pt x="4942" y="196047"/>
                      <a:pt x="11532" y="210874"/>
                      <a:pt x="19769" y="225701"/>
                    </a:cubicBezTo>
                    <a:cubicBezTo>
                      <a:pt x="131796" y="205931"/>
                      <a:pt x="228996" y="135091"/>
                      <a:pt x="281714" y="32949"/>
                    </a:cubicBezTo>
                    <a:cubicBezTo>
                      <a:pt x="270182" y="21417"/>
                      <a:pt x="258650" y="9885"/>
                      <a:pt x="245470" y="0"/>
                    </a:cubicBezTo>
                    <a:cubicBezTo>
                      <a:pt x="194399" y="93905"/>
                      <a:pt x="105437" y="159803"/>
                      <a:pt x="0" y="181220"/>
                    </a:cubicBezTo>
                    <a:close/>
                  </a:path>
                </a:pathLst>
              </a:custGeom>
              <a:gradFill>
                <a:gsLst>
                  <a:gs pos="93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4" name="任意多边形: 形状 73"/>
              <p:cNvSpPr/>
              <p:nvPr/>
            </p:nvSpPr>
            <p:spPr>
              <a:xfrm rot="21376662">
                <a:off x="10270436" y="2162982"/>
                <a:ext cx="150023" cy="150023"/>
              </a:xfrm>
              <a:custGeom>
                <a:avLst/>
                <a:gdLst>
                  <a:gd name="connsiteX0" fmla="*/ 148574 w 181219"/>
                  <a:gd name="connsiteY0" fmla="*/ 168343 h 181219"/>
                  <a:gd name="connsiteX1" fmla="*/ 18425 w 181219"/>
                  <a:gd name="connsiteY1" fmla="*/ 148574 h 181219"/>
                  <a:gd name="connsiteX2" fmla="*/ 38195 w 181219"/>
                  <a:gd name="connsiteY2" fmla="*/ 18425 h 181219"/>
                  <a:gd name="connsiteX3" fmla="*/ 168343 w 181219"/>
                  <a:gd name="connsiteY3" fmla="*/ 38195 h 181219"/>
                  <a:gd name="connsiteX4" fmla="*/ 148574 w 181219"/>
                  <a:gd name="connsiteY4" fmla="*/ 168343 h 181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219" h="181219">
                    <a:moveTo>
                      <a:pt x="148574" y="168343"/>
                    </a:moveTo>
                    <a:cubicBezTo>
                      <a:pt x="107388" y="199645"/>
                      <a:pt x="48079" y="189760"/>
                      <a:pt x="18425" y="148574"/>
                    </a:cubicBezTo>
                    <a:cubicBezTo>
                      <a:pt x="-12876" y="107388"/>
                      <a:pt x="-2992" y="48079"/>
                      <a:pt x="38195" y="18425"/>
                    </a:cubicBezTo>
                    <a:cubicBezTo>
                      <a:pt x="79381" y="-12876"/>
                      <a:pt x="138689" y="-2992"/>
                      <a:pt x="168343" y="38195"/>
                    </a:cubicBezTo>
                    <a:cubicBezTo>
                      <a:pt x="197997" y="79381"/>
                      <a:pt x="189760" y="138689"/>
                      <a:pt x="148574" y="168343"/>
                    </a:cubicBezTo>
                    <a:close/>
                  </a:path>
                </a:pathLst>
              </a:custGeom>
              <a:gradFill>
                <a:gsLst>
                  <a:gs pos="6195">
                    <a:schemeClr val="accent3"/>
                  </a:gs>
                  <a:gs pos="88000">
                    <a:schemeClr val="accent3">
                      <a:lumMod val="60000"/>
                      <a:lumOff val="40000"/>
                    </a:schemeClr>
                  </a:gs>
                </a:gsLst>
                <a:lin ang="81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5" name="任意多边形: 形状 74"/>
              <p:cNvSpPr/>
              <p:nvPr/>
            </p:nvSpPr>
            <p:spPr>
              <a:xfrm rot="21376662">
                <a:off x="10289200" y="2181954"/>
                <a:ext cx="109107" cy="109107"/>
              </a:xfrm>
              <a:custGeom>
                <a:avLst/>
                <a:gdLst>
                  <a:gd name="connsiteX0" fmla="*/ 127434 w 131796"/>
                  <a:gd name="connsiteY0" fmla="*/ 28587 h 131796"/>
                  <a:gd name="connsiteX1" fmla="*/ 112607 w 131796"/>
                  <a:gd name="connsiteY1" fmla="*/ 127434 h 131796"/>
                  <a:gd name="connsiteX2" fmla="*/ 13760 w 131796"/>
                  <a:gd name="connsiteY2" fmla="*/ 112607 h 131796"/>
                  <a:gd name="connsiteX3" fmla="*/ 28587 w 131796"/>
                  <a:gd name="connsiteY3" fmla="*/ 13760 h 131796"/>
                  <a:gd name="connsiteX4" fmla="*/ 127434 w 131796"/>
                  <a:gd name="connsiteY4" fmla="*/ 28587 h 131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1796" h="131796">
                    <a:moveTo>
                      <a:pt x="127434" y="28587"/>
                    </a:moveTo>
                    <a:cubicBezTo>
                      <a:pt x="150498" y="59889"/>
                      <a:pt x="143909" y="104370"/>
                      <a:pt x="112607" y="127434"/>
                    </a:cubicBezTo>
                    <a:cubicBezTo>
                      <a:pt x="81305" y="150498"/>
                      <a:pt x="36824" y="143909"/>
                      <a:pt x="13760" y="112607"/>
                    </a:cubicBezTo>
                    <a:cubicBezTo>
                      <a:pt x="-9304" y="81305"/>
                      <a:pt x="-2715" y="36824"/>
                      <a:pt x="28587" y="13760"/>
                    </a:cubicBezTo>
                    <a:cubicBezTo>
                      <a:pt x="59889" y="-9304"/>
                      <a:pt x="104370" y="-2715"/>
                      <a:pt x="127434" y="28587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6" name="任意多边形: 形状 75"/>
              <p:cNvSpPr/>
              <p:nvPr/>
            </p:nvSpPr>
            <p:spPr>
              <a:xfrm rot="21376662">
                <a:off x="10391410" y="2304209"/>
                <a:ext cx="122746" cy="122746"/>
              </a:xfrm>
              <a:custGeom>
                <a:avLst/>
                <a:gdLst>
                  <a:gd name="connsiteX0" fmla="*/ 118158 w 148270"/>
                  <a:gd name="connsiteY0" fmla="*/ 134632 h 148270"/>
                  <a:gd name="connsiteX1" fmla="*/ 14369 w 148270"/>
                  <a:gd name="connsiteY1" fmla="*/ 118158 h 148270"/>
                  <a:gd name="connsiteX2" fmla="*/ 30843 w 148270"/>
                  <a:gd name="connsiteY2" fmla="*/ 14369 h 148270"/>
                  <a:gd name="connsiteX3" fmla="*/ 134632 w 148270"/>
                  <a:gd name="connsiteY3" fmla="*/ 30843 h 148270"/>
                  <a:gd name="connsiteX4" fmla="*/ 118158 w 148270"/>
                  <a:gd name="connsiteY4" fmla="*/ 134632 h 148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8270" h="148270">
                    <a:moveTo>
                      <a:pt x="118158" y="134632"/>
                    </a:moveTo>
                    <a:cubicBezTo>
                      <a:pt x="85209" y="159344"/>
                      <a:pt x="39080" y="151107"/>
                      <a:pt x="14369" y="118158"/>
                    </a:cubicBezTo>
                    <a:cubicBezTo>
                      <a:pt x="-10343" y="85209"/>
                      <a:pt x="-2106" y="39080"/>
                      <a:pt x="30843" y="14369"/>
                    </a:cubicBezTo>
                    <a:cubicBezTo>
                      <a:pt x="63792" y="-10343"/>
                      <a:pt x="109921" y="-2106"/>
                      <a:pt x="134632" y="30843"/>
                    </a:cubicBezTo>
                    <a:cubicBezTo>
                      <a:pt x="157697" y="63792"/>
                      <a:pt x="151107" y="109921"/>
                      <a:pt x="118158" y="134632"/>
                    </a:cubicBezTo>
                    <a:close/>
                  </a:path>
                </a:pathLst>
              </a:custGeom>
              <a:gradFill>
                <a:gsLst>
                  <a:gs pos="6195">
                    <a:schemeClr val="accent3"/>
                  </a:gs>
                  <a:gs pos="88000">
                    <a:schemeClr val="accent3">
                      <a:lumMod val="60000"/>
                      <a:lumOff val="40000"/>
                    </a:schemeClr>
                  </a:gs>
                </a:gsLst>
                <a:lin ang="8100000" scaled="1"/>
              </a:gra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7" name="任意多边形: 形状 76"/>
              <p:cNvSpPr/>
              <p:nvPr/>
            </p:nvSpPr>
            <p:spPr>
              <a:xfrm rot="21376662">
                <a:off x="10407116" y="2320495"/>
                <a:ext cx="81830" cy="81830"/>
              </a:xfrm>
              <a:custGeom>
                <a:avLst/>
                <a:gdLst>
                  <a:gd name="connsiteX0" fmla="*/ 112027 w 98847"/>
                  <a:gd name="connsiteY0" fmla="*/ 56013 h 98847"/>
                  <a:gd name="connsiteX1" fmla="*/ 56013 w 98847"/>
                  <a:gd name="connsiteY1" fmla="*/ 112027 h 98847"/>
                  <a:gd name="connsiteX2" fmla="*/ 0 w 98847"/>
                  <a:gd name="connsiteY2" fmla="*/ 56013 h 98847"/>
                  <a:gd name="connsiteX3" fmla="*/ 56013 w 98847"/>
                  <a:gd name="connsiteY3" fmla="*/ 0 h 98847"/>
                  <a:gd name="connsiteX4" fmla="*/ 112027 w 98847"/>
                  <a:gd name="connsiteY4" fmla="*/ 56013 h 9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847" h="98847">
                    <a:moveTo>
                      <a:pt x="112027" y="56013"/>
                    </a:moveTo>
                    <a:cubicBezTo>
                      <a:pt x="112027" y="86949"/>
                      <a:pt x="86949" y="112027"/>
                      <a:pt x="56013" y="112027"/>
                    </a:cubicBezTo>
                    <a:cubicBezTo>
                      <a:pt x="25078" y="112027"/>
                      <a:pt x="0" y="86949"/>
                      <a:pt x="0" y="56013"/>
                    </a:cubicBezTo>
                    <a:cubicBezTo>
                      <a:pt x="0" y="25078"/>
                      <a:pt x="25078" y="0"/>
                      <a:pt x="56013" y="0"/>
                    </a:cubicBezTo>
                    <a:cubicBezTo>
                      <a:pt x="86949" y="0"/>
                      <a:pt x="112027" y="25078"/>
                      <a:pt x="112027" y="56013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164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8696617" y="734862"/>
              <a:ext cx="998833" cy="998833"/>
              <a:chOff x="8696617" y="734862"/>
              <a:chExt cx="998833" cy="998833"/>
            </a:xfrm>
            <a:effectLst>
              <a:glow rad="101600">
                <a:schemeClr val="accent2">
                  <a:lumMod val="60000"/>
                  <a:lumOff val="40000"/>
                  <a:alpha val="28000"/>
                </a:schemeClr>
              </a:glow>
            </a:effectLst>
          </p:grpSpPr>
          <p:sp>
            <p:nvSpPr>
              <p:cNvPr id="40" name="任意多边形: 形状 39"/>
              <p:cNvSpPr/>
              <p:nvPr/>
            </p:nvSpPr>
            <p:spPr>
              <a:xfrm>
                <a:off x="8696617" y="734862"/>
                <a:ext cx="998833" cy="998833"/>
              </a:xfrm>
              <a:custGeom>
                <a:avLst/>
                <a:gdLst>
                  <a:gd name="connsiteX0" fmla="*/ 781050 w 781050"/>
                  <a:gd name="connsiteY0" fmla="*/ 390525 h 781050"/>
                  <a:gd name="connsiteX1" fmla="*/ 390525 w 781050"/>
                  <a:gd name="connsiteY1" fmla="*/ 781050 h 781050"/>
                  <a:gd name="connsiteX2" fmla="*/ 0 w 781050"/>
                  <a:gd name="connsiteY2" fmla="*/ 390525 h 781050"/>
                  <a:gd name="connsiteX3" fmla="*/ 390525 w 781050"/>
                  <a:gd name="connsiteY3" fmla="*/ 0 h 781050"/>
                  <a:gd name="connsiteX4" fmla="*/ 781050 w 781050"/>
                  <a:gd name="connsiteY4" fmla="*/ 390525 h 781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1050" h="781050">
                    <a:moveTo>
                      <a:pt x="781050" y="390525"/>
                    </a:moveTo>
                    <a:cubicBezTo>
                      <a:pt x="781050" y="606206"/>
                      <a:pt x="606206" y="781050"/>
                      <a:pt x="390525" y="781050"/>
                    </a:cubicBezTo>
                    <a:cubicBezTo>
                      <a:pt x="174844" y="781050"/>
                      <a:pt x="0" y="606206"/>
                      <a:pt x="0" y="390525"/>
                    </a:cubicBezTo>
                    <a:cubicBezTo>
                      <a:pt x="0" y="174844"/>
                      <a:pt x="174844" y="0"/>
                      <a:pt x="390525" y="0"/>
                    </a:cubicBezTo>
                    <a:cubicBezTo>
                      <a:pt x="606206" y="0"/>
                      <a:pt x="781050" y="174844"/>
                      <a:pt x="781050" y="390525"/>
                    </a:cubicBezTo>
                    <a:close/>
                  </a:path>
                </a:pathLst>
              </a:custGeom>
              <a:gradFill flip="none" rotWithShape="1">
                <a:gsLst>
                  <a:gs pos="95000">
                    <a:schemeClr val="accent3">
                      <a:lumMod val="50000"/>
                    </a:schemeClr>
                  </a:gs>
                  <a:gs pos="0">
                    <a:schemeClr val="accent3"/>
                  </a:gs>
                </a:gsLst>
                <a:lin ang="8100000" scaled="1"/>
                <a:tileRect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/>
            </p:nvSpPr>
            <p:spPr>
              <a:xfrm>
                <a:off x="8978639" y="734862"/>
                <a:ext cx="706492" cy="767396"/>
              </a:xfrm>
              <a:custGeom>
                <a:avLst/>
                <a:gdLst>
                  <a:gd name="connsiteX0" fmla="*/ 493844 w 552450"/>
                  <a:gd name="connsiteY0" fmla="*/ 606743 h 600075"/>
                  <a:gd name="connsiteX1" fmla="*/ 559566 w 552450"/>
                  <a:gd name="connsiteY1" fmla="*/ 390525 h 600075"/>
                  <a:gd name="connsiteX2" fmla="*/ 169041 w 552450"/>
                  <a:gd name="connsiteY2" fmla="*/ 0 h 600075"/>
                  <a:gd name="connsiteX3" fmla="*/ 58551 w 552450"/>
                  <a:gd name="connsiteY3" fmla="*/ 16193 h 600075"/>
                  <a:gd name="connsiteX4" fmla="*/ 21404 w 552450"/>
                  <a:gd name="connsiteY4" fmla="*/ 368618 h 600075"/>
                  <a:gd name="connsiteX5" fmla="*/ 324299 w 552450"/>
                  <a:gd name="connsiteY5" fmla="*/ 555308 h 600075"/>
                  <a:gd name="connsiteX6" fmla="*/ 493844 w 552450"/>
                  <a:gd name="connsiteY6" fmla="*/ 606743 h 600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2450" h="600075">
                    <a:moveTo>
                      <a:pt x="493844" y="606743"/>
                    </a:moveTo>
                    <a:cubicBezTo>
                      <a:pt x="535754" y="544830"/>
                      <a:pt x="559566" y="470535"/>
                      <a:pt x="559566" y="390525"/>
                    </a:cubicBezTo>
                    <a:cubicBezTo>
                      <a:pt x="559566" y="175260"/>
                      <a:pt x="385259" y="0"/>
                      <a:pt x="169041" y="0"/>
                    </a:cubicBezTo>
                    <a:cubicBezTo>
                      <a:pt x="130941" y="0"/>
                      <a:pt x="93794" y="5715"/>
                      <a:pt x="58551" y="16193"/>
                    </a:cubicBezTo>
                    <a:cubicBezTo>
                      <a:pt x="-5266" y="118110"/>
                      <a:pt x="-15744" y="262890"/>
                      <a:pt x="21404" y="368618"/>
                    </a:cubicBezTo>
                    <a:cubicBezTo>
                      <a:pt x="69029" y="501968"/>
                      <a:pt x="198569" y="533400"/>
                      <a:pt x="324299" y="555308"/>
                    </a:cubicBezTo>
                    <a:cubicBezTo>
                      <a:pt x="381449" y="565785"/>
                      <a:pt x="442409" y="578168"/>
                      <a:pt x="493844" y="60674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>
                      <a:lumMod val="75000"/>
                    </a:schemeClr>
                  </a:gs>
                  <a:gs pos="47000">
                    <a:schemeClr val="accent3"/>
                  </a:gs>
                </a:gsLst>
                <a:lin ang="81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" name="任意多边形: 形状 41"/>
              <p:cNvSpPr/>
              <p:nvPr/>
            </p:nvSpPr>
            <p:spPr>
              <a:xfrm>
                <a:off x="9171829" y="739734"/>
                <a:ext cx="511597" cy="584683"/>
              </a:xfrm>
              <a:custGeom>
                <a:avLst/>
                <a:gdLst>
                  <a:gd name="connsiteX0" fmla="*/ 70362 w 400050"/>
                  <a:gd name="connsiteY0" fmla="*/ 0 h 457200"/>
                  <a:gd name="connsiteX1" fmla="*/ 42739 w 400050"/>
                  <a:gd name="connsiteY1" fmla="*/ 29528 h 457200"/>
                  <a:gd name="connsiteX2" fmla="*/ 6544 w 400050"/>
                  <a:gd name="connsiteY2" fmla="*/ 191453 h 457200"/>
                  <a:gd name="connsiteX3" fmla="*/ 169422 w 400050"/>
                  <a:gd name="connsiteY3" fmla="*/ 327660 h 457200"/>
                  <a:gd name="connsiteX4" fmla="*/ 364684 w 400050"/>
                  <a:gd name="connsiteY4" fmla="*/ 422910 h 457200"/>
                  <a:gd name="connsiteX5" fmla="*/ 400879 w 400050"/>
                  <a:gd name="connsiteY5" fmla="*/ 464820 h 457200"/>
                  <a:gd name="connsiteX6" fmla="*/ 408499 w 400050"/>
                  <a:gd name="connsiteY6" fmla="*/ 386715 h 457200"/>
                  <a:gd name="connsiteX7" fmla="*/ 70362 w 400050"/>
                  <a:gd name="connsiteY7" fmla="*/ 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00050" h="457200">
                    <a:moveTo>
                      <a:pt x="70362" y="0"/>
                    </a:moveTo>
                    <a:cubicBezTo>
                      <a:pt x="60837" y="9525"/>
                      <a:pt x="51312" y="19050"/>
                      <a:pt x="42739" y="29528"/>
                    </a:cubicBezTo>
                    <a:cubicBezTo>
                      <a:pt x="7497" y="74295"/>
                      <a:pt x="-10601" y="136208"/>
                      <a:pt x="6544" y="191453"/>
                    </a:cubicBezTo>
                    <a:cubicBezTo>
                      <a:pt x="29404" y="260985"/>
                      <a:pt x="100842" y="301943"/>
                      <a:pt x="169422" y="327660"/>
                    </a:cubicBezTo>
                    <a:cubicBezTo>
                      <a:pt x="238002" y="353378"/>
                      <a:pt x="312297" y="372428"/>
                      <a:pt x="364684" y="422910"/>
                    </a:cubicBezTo>
                    <a:cubicBezTo>
                      <a:pt x="378019" y="435293"/>
                      <a:pt x="389449" y="450533"/>
                      <a:pt x="400879" y="464820"/>
                    </a:cubicBezTo>
                    <a:cubicBezTo>
                      <a:pt x="405642" y="439103"/>
                      <a:pt x="408499" y="413385"/>
                      <a:pt x="408499" y="386715"/>
                    </a:cubicBezTo>
                    <a:cubicBezTo>
                      <a:pt x="408499" y="188595"/>
                      <a:pt x="260862" y="24765"/>
                      <a:pt x="70362" y="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  <a:alpha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/>
            </p:nvSpPr>
            <p:spPr>
              <a:xfrm>
                <a:off x="9348295" y="1402375"/>
                <a:ext cx="158352" cy="158352"/>
              </a:xfrm>
              <a:custGeom>
                <a:avLst/>
                <a:gdLst>
                  <a:gd name="connsiteX0" fmla="*/ 127635 w 123825"/>
                  <a:gd name="connsiteY0" fmla="*/ 63818 h 123825"/>
                  <a:gd name="connsiteX1" fmla="*/ 63818 w 123825"/>
                  <a:gd name="connsiteY1" fmla="*/ 127635 h 123825"/>
                  <a:gd name="connsiteX2" fmla="*/ 0 w 123825"/>
                  <a:gd name="connsiteY2" fmla="*/ 63817 h 123825"/>
                  <a:gd name="connsiteX3" fmla="*/ 63818 w 123825"/>
                  <a:gd name="connsiteY3" fmla="*/ 0 h 123825"/>
                  <a:gd name="connsiteX4" fmla="*/ 127635 w 123825"/>
                  <a:gd name="connsiteY4" fmla="*/ 63818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7635" y="63818"/>
                    </a:moveTo>
                    <a:cubicBezTo>
                      <a:pt x="127635" y="99063"/>
                      <a:pt x="99063" y="127635"/>
                      <a:pt x="63818" y="127635"/>
                    </a:cubicBezTo>
                    <a:cubicBezTo>
                      <a:pt x="28572" y="127635"/>
                      <a:pt x="0" y="99063"/>
                      <a:pt x="0" y="63817"/>
                    </a:cubicBezTo>
                    <a:cubicBezTo>
                      <a:pt x="0" y="28572"/>
                      <a:pt x="28572" y="0"/>
                      <a:pt x="63818" y="0"/>
                    </a:cubicBezTo>
                    <a:cubicBezTo>
                      <a:pt x="99063" y="0"/>
                      <a:pt x="127635" y="28572"/>
                      <a:pt x="127635" y="63818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>
                      <a:lumMod val="75000"/>
                    </a:schemeClr>
                  </a:gs>
                  <a:gs pos="0">
                    <a:schemeClr val="accent3">
                      <a:lumMod val="50000"/>
                    </a:schemeClr>
                  </a:gs>
                </a:gsLst>
                <a:lin ang="81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/>
            </p:nvSpPr>
            <p:spPr>
              <a:xfrm>
                <a:off x="9348295" y="1471806"/>
                <a:ext cx="158352" cy="85266"/>
              </a:xfrm>
              <a:custGeom>
                <a:avLst/>
                <a:gdLst>
                  <a:gd name="connsiteX0" fmla="*/ 63818 w 123825"/>
                  <a:gd name="connsiteY0" fmla="*/ 54292 h 66675"/>
                  <a:gd name="connsiteX1" fmla="*/ 952 w 123825"/>
                  <a:gd name="connsiteY1" fmla="*/ 0 h 66675"/>
                  <a:gd name="connsiteX2" fmla="*/ 0 w 123825"/>
                  <a:gd name="connsiteY2" fmla="*/ 9525 h 66675"/>
                  <a:gd name="connsiteX3" fmla="*/ 63818 w 123825"/>
                  <a:gd name="connsiteY3" fmla="*/ 73342 h 66675"/>
                  <a:gd name="connsiteX4" fmla="*/ 127635 w 123825"/>
                  <a:gd name="connsiteY4" fmla="*/ 9525 h 66675"/>
                  <a:gd name="connsiteX5" fmla="*/ 126683 w 123825"/>
                  <a:gd name="connsiteY5" fmla="*/ 0 h 66675"/>
                  <a:gd name="connsiteX6" fmla="*/ 63818 w 123825"/>
                  <a:gd name="connsiteY6" fmla="*/ 54292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66675">
                    <a:moveTo>
                      <a:pt x="63818" y="54292"/>
                    </a:moveTo>
                    <a:cubicBezTo>
                      <a:pt x="31432" y="54292"/>
                      <a:pt x="5715" y="30480"/>
                      <a:pt x="952" y="0"/>
                    </a:cubicBezTo>
                    <a:cubicBezTo>
                      <a:pt x="952" y="2857"/>
                      <a:pt x="0" y="6668"/>
                      <a:pt x="0" y="9525"/>
                    </a:cubicBezTo>
                    <a:cubicBezTo>
                      <a:pt x="0" y="44767"/>
                      <a:pt x="28575" y="73342"/>
                      <a:pt x="63818" y="73342"/>
                    </a:cubicBezTo>
                    <a:cubicBezTo>
                      <a:pt x="99060" y="73342"/>
                      <a:pt x="127635" y="44767"/>
                      <a:pt x="127635" y="9525"/>
                    </a:cubicBezTo>
                    <a:cubicBezTo>
                      <a:pt x="127635" y="6668"/>
                      <a:pt x="127635" y="2857"/>
                      <a:pt x="126683" y="0"/>
                    </a:cubicBezTo>
                    <a:cubicBezTo>
                      <a:pt x="121920" y="30480"/>
                      <a:pt x="96202" y="54292"/>
                      <a:pt x="63818" y="54292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: 形状 44"/>
              <p:cNvSpPr/>
              <p:nvPr/>
            </p:nvSpPr>
            <p:spPr>
              <a:xfrm>
                <a:off x="8871128" y="1351539"/>
                <a:ext cx="121809" cy="121809"/>
              </a:xfrm>
              <a:custGeom>
                <a:avLst/>
                <a:gdLst>
                  <a:gd name="connsiteX0" fmla="*/ 86424 w 95250"/>
                  <a:gd name="connsiteY0" fmla="*/ 79757 h 95250"/>
                  <a:gd name="connsiteX1" fmla="*/ 17844 w 95250"/>
                  <a:gd name="connsiteY1" fmla="*/ 86424 h 95250"/>
                  <a:gd name="connsiteX2" fmla="*/ 11177 w 95250"/>
                  <a:gd name="connsiteY2" fmla="*/ 17844 h 95250"/>
                  <a:gd name="connsiteX3" fmla="*/ 79757 w 95250"/>
                  <a:gd name="connsiteY3" fmla="*/ 11177 h 95250"/>
                  <a:gd name="connsiteX4" fmla="*/ 86424 w 95250"/>
                  <a:gd name="connsiteY4" fmla="*/ 79757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86424" y="79757"/>
                    </a:moveTo>
                    <a:cubicBezTo>
                      <a:pt x="69279" y="100712"/>
                      <a:pt x="38799" y="103569"/>
                      <a:pt x="17844" y="86424"/>
                    </a:cubicBezTo>
                    <a:cubicBezTo>
                      <a:pt x="-3111" y="69279"/>
                      <a:pt x="-5968" y="38799"/>
                      <a:pt x="11177" y="17844"/>
                    </a:cubicBezTo>
                    <a:cubicBezTo>
                      <a:pt x="28322" y="-3111"/>
                      <a:pt x="58802" y="-5968"/>
                      <a:pt x="79757" y="11177"/>
                    </a:cubicBezTo>
                    <a:cubicBezTo>
                      <a:pt x="100712" y="28322"/>
                      <a:pt x="103569" y="58802"/>
                      <a:pt x="86424" y="79757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8871518" y="1369486"/>
                <a:ext cx="109628" cy="97447"/>
              </a:xfrm>
              <a:custGeom>
                <a:avLst/>
                <a:gdLst>
                  <a:gd name="connsiteX0" fmla="*/ 27064 w 85725"/>
                  <a:gd name="connsiteY0" fmla="*/ 61913 h 76200"/>
                  <a:gd name="connsiteX1" fmla="*/ 15634 w 85725"/>
                  <a:gd name="connsiteY1" fmla="*/ 0 h 76200"/>
                  <a:gd name="connsiteX2" fmla="*/ 10872 w 85725"/>
                  <a:gd name="connsiteY2" fmla="*/ 4763 h 76200"/>
                  <a:gd name="connsiteX3" fmla="*/ 17539 w 85725"/>
                  <a:gd name="connsiteY3" fmla="*/ 73343 h 76200"/>
                  <a:gd name="connsiteX4" fmla="*/ 86119 w 85725"/>
                  <a:gd name="connsiteY4" fmla="*/ 66675 h 76200"/>
                  <a:gd name="connsiteX5" fmla="*/ 89929 w 85725"/>
                  <a:gd name="connsiteY5" fmla="*/ 60960 h 76200"/>
                  <a:gd name="connsiteX6" fmla="*/ 27064 w 85725"/>
                  <a:gd name="connsiteY6" fmla="*/ 61913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25" h="76200">
                    <a:moveTo>
                      <a:pt x="27064" y="61913"/>
                    </a:moveTo>
                    <a:cubicBezTo>
                      <a:pt x="8014" y="46673"/>
                      <a:pt x="4204" y="20003"/>
                      <a:pt x="15634" y="0"/>
                    </a:cubicBezTo>
                    <a:cubicBezTo>
                      <a:pt x="13729" y="1905"/>
                      <a:pt x="11824" y="3810"/>
                      <a:pt x="10872" y="4763"/>
                    </a:cubicBezTo>
                    <a:cubicBezTo>
                      <a:pt x="-6273" y="25718"/>
                      <a:pt x="-2463" y="56198"/>
                      <a:pt x="17539" y="73343"/>
                    </a:cubicBezTo>
                    <a:cubicBezTo>
                      <a:pt x="38494" y="90488"/>
                      <a:pt x="68974" y="86678"/>
                      <a:pt x="86119" y="66675"/>
                    </a:cubicBezTo>
                    <a:cubicBezTo>
                      <a:pt x="88024" y="64770"/>
                      <a:pt x="88977" y="62865"/>
                      <a:pt x="89929" y="60960"/>
                    </a:cubicBezTo>
                    <a:cubicBezTo>
                      <a:pt x="72784" y="76200"/>
                      <a:pt x="46114" y="77153"/>
                      <a:pt x="27064" y="61913"/>
                    </a:cubicBezTo>
                    <a:close/>
                  </a:path>
                </a:pathLst>
              </a:custGeom>
              <a:solidFill>
                <a:srgbClr val="200A2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任意多边形: 形状 46"/>
              <p:cNvSpPr/>
              <p:nvPr/>
            </p:nvSpPr>
            <p:spPr>
              <a:xfrm>
                <a:off x="8825837" y="1040704"/>
                <a:ext cx="85266" cy="85266"/>
              </a:xfrm>
              <a:custGeom>
                <a:avLst/>
                <a:gdLst>
                  <a:gd name="connsiteX0" fmla="*/ 49450 w 66675"/>
                  <a:gd name="connsiteY0" fmla="*/ 64690 h 66675"/>
                  <a:gd name="connsiteX1" fmla="*/ 3730 w 66675"/>
                  <a:gd name="connsiteY1" fmla="*/ 49450 h 66675"/>
                  <a:gd name="connsiteX2" fmla="*/ 18970 w 66675"/>
                  <a:gd name="connsiteY2" fmla="*/ 3730 h 66675"/>
                  <a:gd name="connsiteX3" fmla="*/ 64690 w 66675"/>
                  <a:gd name="connsiteY3" fmla="*/ 18970 h 66675"/>
                  <a:gd name="connsiteX4" fmla="*/ 49450 w 66675"/>
                  <a:gd name="connsiteY4" fmla="*/ 64690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49450" y="64690"/>
                    </a:moveTo>
                    <a:cubicBezTo>
                      <a:pt x="32305" y="73263"/>
                      <a:pt x="12303" y="66595"/>
                      <a:pt x="3730" y="49450"/>
                    </a:cubicBezTo>
                    <a:cubicBezTo>
                      <a:pt x="-4842" y="32305"/>
                      <a:pt x="1825" y="12303"/>
                      <a:pt x="18970" y="3730"/>
                    </a:cubicBezTo>
                    <a:cubicBezTo>
                      <a:pt x="36115" y="-4842"/>
                      <a:pt x="56118" y="1825"/>
                      <a:pt x="64690" y="18970"/>
                    </a:cubicBezTo>
                    <a:cubicBezTo>
                      <a:pt x="73263" y="36115"/>
                      <a:pt x="65643" y="56118"/>
                      <a:pt x="49450" y="64690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8824618" y="1043038"/>
                <a:ext cx="60904" cy="73085"/>
              </a:xfrm>
              <a:custGeom>
                <a:avLst/>
                <a:gdLst>
                  <a:gd name="connsiteX0" fmla="*/ 13255 w 47625"/>
                  <a:gd name="connsiteY0" fmla="*/ 42863 h 57150"/>
                  <a:gd name="connsiteX1" fmla="*/ 23733 w 47625"/>
                  <a:gd name="connsiteY1" fmla="*/ 0 h 57150"/>
                  <a:gd name="connsiteX2" fmla="*/ 18970 w 47625"/>
                  <a:gd name="connsiteY2" fmla="*/ 1905 h 57150"/>
                  <a:gd name="connsiteX3" fmla="*/ 3730 w 47625"/>
                  <a:gd name="connsiteY3" fmla="*/ 47625 h 57150"/>
                  <a:gd name="connsiteX4" fmla="*/ 49450 w 47625"/>
                  <a:gd name="connsiteY4" fmla="*/ 62865 h 57150"/>
                  <a:gd name="connsiteX5" fmla="*/ 54213 w 47625"/>
                  <a:gd name="connsiteY5" fmla="*/ 60008 h 57150"/>
                  <a:gd name="connsiteX6" fmla="*/ 13255 w 47625"/>
                  <a:gd name="connsiteY6" fmla="*/ 42863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625" h="57150">
                    <a:moveTo>
                      <a:pt x="13255" y="42863"/>
                    </a:moveTo>
                    <a:cubicBezTo>
                      <a:pt x="5635" y="27623"/>
                      <a:pt x="10398" y="9525"/>
                      <a:pt x="23733" y="0"/>
                    </a:cubicBezTo>
                    <a:cubicBezTo>
                      <a:pt x="21828" y="953"/>
                      <a:pt x="20875" y="953"/>
                      <a:pt x="18970" y="1905"/>
                    </a:cubicBezTo>
                    <a:cubicBezTo>
                      <a:pt x="1825" y="10478"/>
                      <a:pt x="-4842" y="30480"/>
                      <a:pt x="3730" y="47625"/>
                    </a:cubicBezTo>
                    <a:cubicBezTo>
                      <a:pt x="12303" y="64770"/>
                      <a:pt x="32305" y="71438"/>
                      <a:pt x="49450" y="62865"/>
                    </a:cubicBezTo>
                    <a:cubicBezTo>
                      <a:pt x="51355" y="61913"/>
                      <a:pt x="52308" y="60960"/>
                      <a:pt x="54213" y="60008"/>
                    </a:cubicBezTo>
                    <a:cubicBezTo>
                      <a:pt x="38973" y="65723"/>
                      <a:pt x="20875" y="59055"/>
                      <a:pt x="13255" y="42863"/>
                    </a:cubicBezTo>
                    <a:close/>
                  </a:path>
                </a:pathLst>
              </a:custGeom>
              <a:solidFill>
                <a:srgbClr val="200A2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任意多边形: 形状 48"/>
              <p:cNvSpPr/>
              <p:nvPr/>
            </p:nvSpPr>
            <p:spPr>
              <a:xfrm>
                <a:off x="9394516" y="910200"/>
                <a:ext cx="60904" cy="60904"/>
              </a:xfrm>
              <a:custGeom>
                <a:avLst/>
                <a:gdLst>
                  <a:gd name="connsiteX0" fmla="*/ 52 w 47625"/>
                  <a:gd name="connsiteY0" fmla="*/ 26722 h 47625"/>
                  <a:gd name="connsiteX1" fmla="*/ 28627 w 47625"/>
                  <a:gd name="connsiteY1" fmla="*/ 52 h 47625"/>
                  <a:gd name="connsiteX2" fmla="*/ 55297 w 47625"/>
                  <a:gd name="connsiteY2" fmla="*/ 28627 h 47625"/>
                  <a:gd name="connsiteX3" fmla="*/ 26722 w 47625"/>
                  <a:gd name="connsiteY3" fmla="*/ 55297 h 47625"/>
                  <a:gd name="connsiteX4" fmla="*/ 52 w 47625"/>
                  <a:gd name="connsiteY4" fmla="*/ 26722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52" y="26722"/>
                    </a:moveTo>
                    <a:cubicBezTo>
                      <a:pt x="1004" y="11482"/>
                      <a:pt x="13387" y="-901"/>
                      <a:pt x="28627" y="52"/>
                    </a:cubicBezTo>
                    <a:cubicBezTo>
                      <a:pt x="43867" y="1004"/>
                      <a:pt x="56249" y="13387"/>
                      <a:pt x="55297" y="28627"/>
                    </a:cubicBezTo>
                    <a:cubicBezTo>
                      <a:pt x="54344" y="43867"/>
                      <a:pt x="41962" y="56249"/>
                      <a:pt x="26722" y="55297"/>
                    </a:cubicBezTo>
                    <a:cubicBezTo>
                      <a:pt x="11482" y="54344"/>
                      <a:pt x="-901" y="41962"/>
                      <a:pt x="52" y="26722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>
                      <a:lumMod val="75000"/>
                    </a:schemeClr>
                  </a:gs>
                  <a:gs pos="0">
                    <a:schemeClr val="accent3">
                      <a:lumMod val="50000"/>
                    </a:schemeClr>
                  </a:gs>
                </a:gsLst>
                <a:lin ang="81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" name="任意多边形: 形状 49"/>
              <p:cNvSpPr/>
              <p:nvPr/>
            </p:nvSpPr>
            <p:spPr>
              <a:xfrm>
                <a:off x="9394581" y="910200"/>
                <a:ext cx="60904" cy="36543"/>
              </a:xfrm>
              <a:custGeom>
                <a:avLst/>
                <a:gdLst>
                  <a:gd name="connsiteX0" fmla="*/ 28575 w 47625"/>
                  <a:gd name="connsiteY0" fmla="*/ 7672 h 28575"/>
                  <a:gd name="connsiteX1" fmla="*/ 55245 w 47625"/>
                  <a:gd name="connsiteY1" fmla="*/ 32437 h 28575"/>
                  <a:gd name="connsiteX2" fmla="*/ 55245 w 47625"/>
                  <a:gd name="connsiteY2" fmla="*/ 28627 h 28575"/>
                  <a:gd name="connsiteX3" fmla="*/ 28575 w 47625"/>
                  <a:gd name="connsiteY3" fmla="*/ 52 h 28575"/>
                  <a:gd name="connsiteX4" fmla="*/ 0 w 47625"/>
                  <a:gd name="connsiteY4" fmla="*/ 26722 h 28575"/>
                  <a:gd name="connsiteX5" fmla="*/ 0 w 47625"/>
                  <a:gd name="connsiteY5" fmla="*/ 30532 h 28575"/>
                  <a:gd name="connsiteX6" fmla="*/ 28575 w 47625"/>
                  <a:gd name="connsiteY6" fmla="*/ 7672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625" h="28575">
                    <a:moveTo>
                      <a:pt x="28575" y="7672"/>
                    </a:moveTo>
                    <a:cubicBezTo>
                      <a:pt x="42863" y="8624"/>
                      <a:pt x="53340" y="19102"/>
                      <a:pt x="55245" y="32437"/>
                    </a:cubicBezTo>
                    <a:cubicBezTo>
                      <a:pt x="55245" y="31484"/>
                      <a:pt x="55245" y="29579"/>
                      <a:pt x="55245" y="28627"/>
                    </a:cubicBezTo>
                    <a:cubicBezTo>
                      <a:pt x="56198" y="13387"/>
                      <a:pt x="43815" y="52"/>
                      <a:pt x="28575" y="52"/>
                    </a:cubicBezTo>
                    <a:cubicBezTo>
                      <a:pt x="13335" y="-901"/>
                      <a:pt x="0" y="11482"/>
                      <a:pt x="0" y="26722"/>
                    </a:cubicBezTo>
                    <a:cubicBezTo>
                      <a:pt x="0" y="27674"/>
                      <a:pt x="0" y="29579"/>
                      <a:pt x="0" y="30532"/>
                    </a:cubicBezTo>
                    <a:cubicBezTo>
                      <a:pt x="2857" y="17197"/>
                      <a:pt x="14288" y="7672"/>
                      <a:pt x="28575" y="7672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9136569" y="1537805"/>
                <a:ext cx="60904" cy="60904"/>
              </a:xfrm>
              <a:custGeom>
                <a:avLst/>
                <a:gdLst>
                  <a:gd name="connsiteX0" fmla="*/ 52214 w 47625"/>
                  <a:gd name="connsiteY0" fmla="*/ 14114 h 47625"/>
                  <a:gd name="connsiteX1" fmla="*/ 41737 w 47625"/>
                  <a:gd name="connsiteY1" fmla="*/ 52214 h 47625"/>
                  <a:gd name="connsiteX2" fmla="*/ 3637 w 47625"/>
                  <a:gd name="connsiteY2" fmla="*/ 41737 h 47625"/>
                  <a:gd name="connsiteX3" fmla="*/ 14114 w 47625"/>
                  <a:gd name="connsiteY3" fmla="*/ 3637 h 47625"/>
                  <a:gd name="connsiteX4" fmla="*/ 52214 w 47625"/>
                  <a:gd name="connsiteY4" fmla="*/ 14114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52214" y="14114"/>
                    </a:moveTo>
                    <a:cubicBezTo>
                      <a:pt x="59834" y="27449"/>
                      <a:pt x="55072" y="44594"/>
                      <a:pt x="41737" y="52214"/>
                    </a:cubicBezTo>
                    <a:cubicBezTo>
                      <a:pt x="28402" y="59834"/>
                      <a:pt x="11257" y="55072"/>
                      <a:pt x="3637" y="41737"/>
                    </a:cubicBezTo>
                    <a:cubicBezTo>
                      <a:pt x="-3983" y="28402"/>
                      <a:pt x="779" y="11257"/>
                      <a:pt x="14114" y="3637"/>
                    </a:cubicBezTo>
                    <a:cubicBezTo>
                      <a:pt x="27449" y="-3983"/>
                      <a:pt x="44594" y="779"/>
                      <a:pt x="52214" y="14114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9140001" y="1550982"/>
                <a:ext cx="60904" cy="48724"/>
              </a:xfrm>
              <a:custGeom>
                <a:avLst/>
                <a:gdLst>
                  <a:gd name="connsiteX0" fmla="*/ 35242 w 47625"/>
                  <a:gd name="connsiteY0" fmla="*/ 34290 h 38100"/>
                  <a:gd name="connsiteX1" fmla="*/ 0 w 47625"/>
                  <a:gd name="connsiteY1" fmla="*/ 27623 h 38100"/>
                  <a:gd name="connsiteX2" fmla="*/ 1905 w 47625"/>
                  <a:gd name="connsiteY2" fmla="*/ 31433 h 38100"/>
                  <a:gd name="connsiteX3" fmla="*/ 40005 w 47625"/>
                  <a:gd name="connsiteY3" fmla="*/ 41910 h 38100"/>
                  <a:gd name="connsiteX4" fmla="*/ 50482 w 47625"/>
                  <a:gd name="connsiteY4" fmla="*/ 3810 h 38100"/>
                  <a:gd name="connsiteX5" fmla="*/ 48577 w 47625"/>
                  <a:gd name="connsiteY5" fmla="*/ 0 h 38100"/>
                  <a:gd name="connsiteX6" fmla="*/ 35242 w 47625"/>
                  <a:gd name="connsiteY6" fmla="*/ 3429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625" h="38100">
                    <a:moveTo>
                      <a:pt x="35242" y="34290"/>
                    </a:moveTo>
                    <a:cubicBezTo>
                      <a:pt x="22860" y="40958"/>
                      <a:pt x="8572" y="38100"/>
                      <a:pt x="0" y="27623"/>
                    </a:cubicBezTo>
                    <a:cubicBezTo>
                      <a:pt x="952" y="28575"/>
                      <a:pt x="952" y="30480"/>
                      <a:pt x="1905" y="31433"/>
                    </a:cubicBezTo>
                    <a:cubicBezTo>
                      <a:pt x="9525" y="44767"/>
                      <a:pt x="26670" y="49530"/>
                      <a:pt x="40005" y="41910"/>
                    </a:cubicBezTo>
                    <a:cubicBezTo>
                      <a:pt x="53340" y="34290"/>
                      <a:pt x="58102" y="17145"/>
                      <a:pt x="50482" y="3810"/>
                    </a:cubicBezTo>
                    <a:cubicBezTo>
                      <a:pt x="49530" y="2858"/>
                      <a:pt x="48577" y="1905"/>
                      <a:pt x="48577" y="0"/>
                    </a:cubicBezTo>
                    <a:cubicBezTo>
                      <a:pt x="51435" y="12383"/>
                      <a:pt x="46672" y="26670"/>
                      <a:pt x="35242" y="34290"/>
                    </a:cubicBezTo>
                    <a:close/>
                  </a:path>
                </a:pathLst>
              </a:custGeom>
              <a:solidFill>
                <a:srgbClr val="200A2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任意多边形: 形状 52"/>
              <p:cNvSpPr/>
              <p:nvPr/>
            </p:nvSpPr>
            <p:spPr>
              <a:xfrm>
                <a:off x="9075443" y="857890"/>
                <a:ext cx="121809" cy="121809"/>
              </a:xfrm>
              <a:custGeom>
                <a:avLst/>
                <a:gdLst>
                  <a:gd name="connsiteX0" fmla="*/ 0 w 95250"/>
                  <a:gd name="connsiteY0" fmla="*/ 51435 h 95250"/>
                  <a:gd name="connsiteX1" fmla="*/ 51435 w 95250"/>
                  <a:gd name="connsiteY1" fmla="*/ 0 h 95250"/>
                  <a:gd name="connsiteX2" fmla="*/ 102870 w 95250"/>
                  <a:gd name="connsiteY2" fmla="*/ 51435 h 95250"/>
                  <a:gd name="connsiteX3" fmla="*/ 51435 w 95250"/>
                  <a:gd name="connsiteY3" fmla="*/ 102870 h 95250"/>
                  <a:gd name="connsiteX4" fmla="*/ 0 w 95250"/>
                  <a:gd name="connsiteY4" fmla="*/ 51435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0" y="51435"/>
                    </a:moveTo>
                    <a:cubicBezTo>
                      <a:pt x="0" y="22860"/>
                      <a:pt x="22860" y="0"/>
                      <a:pt x="51435" y="0"/>
                    </a:cubicBezTo>
                    <a:cubicBezTo>
                      <a:pt x="80010" y="0"/>
                      <a:pt x="102870" y="22860"/>
                      <a:pt x="102870" y="51435"/>
                    </a:cubicBezTo>
                    <a:cubicBezTo>
                      <a:pt x="102870" y="80010"/>
                      <a:pt x="80010" y="102870"/>
                      <a:pt x="51435" y="102870"/>
                    </a:cubicBezTo>
                    <a:cubicBezTo>
                      <a:pt x="22860" y="102870"/>
                      <a:pt x="0" y="80010"/>
                      <a:pt x="0" y="51435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>
                      <a:lumMod val="75000"/>
                    </a:schemeClr>
                  </a:gs>
                  <a:gs pos="0">
                    <a:schemeClr val="accent3">
                      <a:lumMod val="50000"/>
                    </a:schemeClr>
                  </a:gs>
                </a:gsLst>
                <a:lin ang="81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" name="任意多边形: 形状 53"/>
              <p:cNvSpPr/>
              <p:nvPr/>
            </p:nvSpPr>
            <p:spPr>
              <a:xfrm>
                <a:off x="9076661" y="857890"/>
                <a:ext cx="121809" cy="73085"/>
              </a:xfrm>
              <a:custGeom>
                <a:avLst/>
                <a:gdLst>
                  <a:gd name="connsiteX0" fmla="*/ 50482 w 95250"/>
                  <a:gd name="connsiteY0" fmla="*/ 15240 h 57150"/>
                  <a:gd name="connsiteX1" fmla="*/ 101918 w 95250"/>
                  <a:gd name="connsiteY1" fmla="*/ 59055 h 57150"/>
                  <a:gd name="connsiteX2" fmla="*/ 102870 w 95250"/>
                  <a:gd name="connsiteY2" fmla="*/ 51435 h 57150"/>
                  <a:gd name="connsiteX3" fmla="*/ 51435 w 95250"/>
                  <a:gd name="connsiteY3" fmla="*/ 0 h 57150"/>
                  <a:gd name="connsiteX4" fmla="*/ 0 w 95250"/>
                  <a:gd name="connsiteY4" fmla="*/ 51435 h 57150"/>
                  <a:gd name="connsiteX5" fmla="*/ 952 w 95250"/>
                  <a:gd name="connsiteY5" fmla="*/ 59055 h 57150"/>
                  <a:gd name="connsiteX6" fmla="*/ 50482 w 95250"/>
                  <a:gd name="connsiteY6" fmla="*/ 15240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250" h="57150">
                    <a:moveTo>
                      <a:pt x="50482" y="15240"/>
                    </a:moveTo>
                    <a:cubicBezTo>
                      <a:pt x="76200" y="15240"/>
                      <a:pt x="98107" y="34290"/>
                      <a:pt x="101918" y="59055"/>
                    </a:cubicBezTo>
                    <a:cubicBezTo>
                      <a:pt x="101918" y="56197"/>
                      <a:pt x="102870" y="54293"/>
                      <a:pt x="102870" y="51435"/>
                    </a:cubicBezTo>
                    <a:cubicBezTo>
                      <a:pt x="102870" y="22860"/>
                      <a:pt x="80010" y="0"/>
                      <a:pt x="51435" y="0"/>
                    </a:cubicBezTo>
                    <a:cubicBezTo>
                      <a:pt x="22860" y="0"/>
                      <a:pt x="0" y="22860"/>
                      <a:pt x="0" y="51435"/>
                    </a:cubicBezTo>
                    <a:cubicBezTo>
                      <a:pt x="0" y="54293"/>
                      <a:pt x="0" y="56197"/>
                      <a:pt x="952" y="59055"/>
                    </a:cubicBezTo>
                    <a:cubicBezTo>
                      <a:pt x="2857" y="34290"/>
                      <a:pt x="24765" y="15240"/>
                      <a:pt x="50482" y="15240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" name="任意多边形: 形状 54"/>
              <p:cNvSpPr/>
              <p:nvPr/>
            </p:nvSpPr>
            <p:spPr>
              <a:xfrm>
                <a:off x="9172815" y="1176954"/>
                <a:ext cx="133990" cy="133990"/>
              </a:xfrm>
              <a:custGeom>
                <a:avLst/>
                <a:gdLst>
                  <a:gd name="connsiteX0" fmla="*/ 65781 w 104775"/>
                  <a:gd name="connsiteY0" fmla="*/ 1011 h 104775"/>
                  <a:gd name="connsiteX1" fmla="*/ 109596 w 104775"/>
                  <a:gd name="connsiteY1" fmla="*/ 65781 h 104775"/>
                  <a:gd name="connsiteX2" fmla="*/ 44826 w 104775"/>
                  <a:gd name="connsiteY2" fmla="*/ 109596 h 104775"/>
                  <a:gd name="connsiteX3" fmla="*/ 1011 w 104775"/>
                  <a:gd name="connsiteY3" fmla="*/ 44826 h 104775"/>
                  <a:gd name="connsiteX4" fmla="*/ 65781 w 104775"/>
                  <a:gd name="connsiteY4" fmla="*/ 101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65781" y="1011"/>
                    </a:moveTo>
                    <a:cubicBezTo>
                      <a:pt x="96261" y="6726"/>
                      <a:pt x="115311" y="36253"/>
                      <a:pt x="109596" y="65781"/>
                    </a:cubicBezTo>
                    <a:cubicBezTo>
                      <a:pt x="103881" y="96261"/>
                      <a:pt x="74353" y="115311"/>
                      <a:pt x="44826" y="109596"/>
                    </a:cubicBezTo>
                    <a:cubicBezTo>
                      <a:pt x="14346" y="103881"/>
                      <a:pt x="-4704" y="74353"/>
                      <a:pt x="1011" y="44826"/>
                    </a:cubicBezTo>
                    <a:cubicBezTo>
                      <a:pt x="6726" y="14346"/>
                      <a:pt x="35301" y="-4704"/>
                      <a:pt x="65781" y="1011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>
                      <a:lumMod val="75000"/>
                    </a:schemeClr>
                  </a:gs>
                  <a:gs pos="0">
                    <a:schemeClr val="accent3">
                      <a:lumMod val="50000"/>
                    </a:schemeClr>
                  </a:gs>
                </a:gsLst>
                <a:lin ang="81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6" name="任意多边形: 形状 55"/>
              <p:cNvSpPr/>
              <p:nvPr/>
            </p:nvSpPr>
            <p:spPr>
              <a:xfrm>
                <a:off x="9219178" y="1177028"/>
                <a:ext cx="85266" cy="133990"/>
              </a:xfrm>
              <a:custGeom>
                <a:avLst/>
                <a:gdLst>
                  <a:gd name="connsiteX0" fmla="*/ 57150 w 66675"/>
                  <a:gd name="connsiteY0" fmla="*/ 62865 h 104775"/>
                  <a:gd name="connsiteX1" fmla="*/ 0 w 66675"/>
                  <a:gd name="connsiteY1" fmla="*/ 107632 h 104775"/>
                  <a:gd name="connsiteX2" fmla="*/ 7620 w 66675"/>
                  <a:gd name="connsiteY2" fmla="*/ 109538 h 104775"/>
                  <a:gd name="connsiteX3" fmla="*/ 72390 w 66675"/>
                  <a:gd name="connsiteY3" fmla="*/ 65723 h 104775"/>
                  <a:gd name="connsiteX4" fmla="*/ 28575 w 66675"/>
                  <a:gd name="connsiteY4" fmla="*/ 953 h 104775"/>
                  <a:gd name="connsiteX5" fmla="*/ 20002 w 66675"/>
                  <a:gd name="connsiteY5" fmla="*/ 0 h 104775"/>
                  <a:gd name="connsiteX6" fmla="*/ 57150 w 66675"/>
                  <a:gd name="connsiteY6" fmla="*/ 62865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6675" h="104775">
                    <a:moveTo>
                      <a:pt x="57150" y="62865"/>
                    </a:moveTo>
                    <a:cubicBezTo>
                      <a:pt x="51435" y="90488"/>
                      <a:pt x="27622" y="108585"/>
                      <a:pt x="0" y="107632"/>
                    </a:cubicBezTo>
                    <a:cubicBezTo>
                      <a:pt x="2857" y="108585"/>
                      <a:pt x="4763" y="109538"/>
                      <a:pt x="7620" y="109538"/>
                    </a:cubicBezTo>
                    <a:cubicBezTo>
                      <a:pt x="38100" y="115253"/>
                      <a:pt x="66675" y="95250"/>
                      <a:pt x="72390" y="65723"/>
                    </a:cubicBezTo>
                    <a:cubicBezTo>
                      <a:pt x="78105" y="35243"/>
                      <a:pt x="58102" y="6668"/>
                      <a:pt x="28575" y="953"/>
                    </a:cubicBezTo>
                    <a:cubicBezTo>
                      <a:pt x="25717" y="0"/>
                      <a:pt x="22860" y="0"/>
                      <a:pt x="20002" y="0"/>
                    </a:cubicBezTo>
                    <a:cubicBezTo>
                      <a:pt x="46672" y="8573"/>
                      <a:pt x="62865" y="35243"/>
                      <a:pt x="57150" y="62865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任意多边形: 形状 56"/>
              <p:cNvSpPr/>
              <p:nvPr/>
            </p:nvSpPr>
            <p:spPr>
              <a:xfrm>
                <a:off x="9495667" y="1111234"/>
                <a:ext cx="97447" cy="97447"/>
              </a:xfrm>
              <a:custGeom>
                <a:avLst/>
                <a:gdLst>
                  <a:gd name="connsiteX0" fmla="*/ 14301 w 76200"/>
                  <a:gd name="connsiteY0" fmla="*/ 9538 h 76200"/>
                  <a:gd name="connsiteX1" fmla="*/ 71451 w 76200"/>
                  <a:gd name="connsiteY1" fmla="*/ 14301 h 76200"/>
                  <a:gd name="connsiteX2" fmla="*/ 66688 w 76200"/>
                  <a:gd name="connsiteY2" fmla="*/ 71451 h 76200"/>
                  <a:gd name="connsiteX3" fmla="*/ 9538 w 76200"/>
                  <a:gd name="connsiteY3" fmla="*/ 66688 h 76200"/>
                  <a:gd name="connsiteX4" fmla="*/ 14301 w 76200"/>
                  <a:gd name="connsiteY4" fmla="*/ 9538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14301" y="9538"/>
                    </a:moveTo>
                    <a:cubicBezTo>
                      <a:pt x="31446" y="-4749"/>
                      <a:pt x="57163" y="-2844"/>
                      <a:pt x="71451" y="14301"/>
                    </a:cubicBezTo>
                    <a:cubicBezTo>
                      <a:pt x="85738" y="31446"/>
                      <a:pt x="83833" y="57163"/>
                      <a:pt x="66688" y="71451"/>
                    </a:cubicBezTo>
                    <a:cubicBezTo>
                      <a:pt x="49543" y="85738"/>
                      <a:pt x="23826" y="83833"/>
                      <a:pt x="9538" y="66688"/>
                    </a:cubicBezTo>
                    <a:cubicBezTo>
                      <a:pt x="-4749" y="49543"/>
                      <a:pt x="-2844" y="24778"/>
                      <a:pt x="14301" y="9538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3">
                      <a:lumMod val="75000"/>
                    </a:schemeClr>
                  </a:gs>
                  <a:gs pos="0">
                    <a:schemeClr val="accent3">
                      <a:lumMod val="50000"/>
                    </a:schemeClr>
                  </a:gs>
                </a:gsLst>
                <a:lin ang="8100000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任意多边形: 形状 57"/>
              <p:cNvSpPr/>
              <p:nvPr/>
            </p:nvSpPr>
            <p:spPr>
              <a:xfrm>
                <a:off x="9510300" y="1111234"/>
                <a:ext cx="85266" cy="85266"/>
              </a:xfrm>
              <a:custGeom>
                <a:avLst/>
                <a:gdLst>
                  <a:gd name="connsiteX0" fmla="*/ 51435 w 66675"/>
                  <a:gd name="connsiteY0" fmla="*/ 21921 h 66675"/>
                  <a:gd name="connsiteX1" fmla="*/ 51435 w 66675"/>
                  <a:gd name="connsiteY1" fmla="*/ 75261 h 66675"/>
                  <a:gd name="connsiteX2" fmla="*/ 56197 w 66675"/>
                  <a:gd name="connsiteY2" fmla="*/ 71451 h 66675"/>
                  <a:gd name="connsiteX3" fmla="*/ 60960 w 66675"/>
                  <a:gd name="connsiteY3" fmla="*/ 14301 h 66675"/>
                  <a:gd name="connsiteX4" fmla="*/ 3810 w 66675"/>
                  <a:gd name="connsiteY4" fmla="*/ 9538 h 66675"/>
                  <a:gd name="connsiteX5" fmla="*/ 0 w 66675"/>
                  <a:gd name="connsiteY5" fmla="*/ 13348 h 66675"/>
                  <a:gd name="connsiteX6" fmla="*/ 51435 w 66675"/>
                  <a:gd name="connsiteY6" fmla="*/ 2192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6675" h="66675">
                    <a:moveTo>
                      <a:pt x="51435" y="21921"/>
                    </a:moveTo>
                    <a:cubicBezTo>
                      <a:pt x="64770" y="37161"/>
                      <a:pt x="64770" y="60021"/>
                      <a:pt x="51435" y="75261"/>
                    </a:cubicBezTo>
                    <a:cubicBezTo>
                      <a:pt x="53340" y="74308"/>
                      <a:pt x="54292" y="73356"/>
                      <a:pt x="56197" y="71451"/>
                    </a:cubicBezTo>
                    <a:cubicBezTo>
                      <a:pt x="73342" y="57163"/>
                      <a:pt x="75247" y="31446"/>
                      <a:pt x="60960" y="14301"/>
                    </a:cubicBezTo>
                    <a:cubicBezTo>
                      <a:pt x="46672" y="-2844"/>
                      <a:pt x="20955" y="-4749"/>
                      <a:pt x="3810" y="9538"/>
                    </a:cubicBezTo>
                    <a:cubicBezTo>
                      <a:pt x="1905" y="10491"/>
                      <a:pt x="952" y="12396"/>
                      <a:pt x="0" y="13348"/>
                    </a:cubicBezTo>
                    <a:cubicBezTo>
                      <a:pt x="15240" y="2871"/>
                      <a:pt x="38100" y="6681"/>
                      <a:pt x="51435" y="21921"/>
                    </a:cubicBez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33" name="任意多边形: 形状 32"/>
            <p:cNvSpPr/>
            <p:nvPr/>
          </p:nvSpPr>
          <p:spPr>
            <a:xfrm>
              <a:off x="10383055" y="5088584"/>
              <a:ext cx="1172781" cy="1172780"/>
            </a:xfrm>
            <a:custGeom>
              <a:avLst/>
              <a:gdLst>
                <a:gd name="connsiteX0" fmla="*/ 906364 w 1172780"/>
                <a:gd name="connsiteY0" fmla="*/ 315645 h 1172780"/>
                <a:gd name="connsiteX1" fmla="*/ 865794 w 1172780"/>
                <a:gd name="connsiteY1" fmla="*/ 906364 h 1172780"/>
                <a:gd name="connsiteX2" fmla="*/ 275075 w 1172780"/>
                <a:gd name="connsiteY2" fmla="*/ 865794 h 1172780"/>
                <a:gd name="connsiteX3" fmla="*/ 315645 w 1172780"/>
                <a:gd name="connsiteY3" fmla="*/ 275074 h 1172780"/>
                <a:gd name="connsiteX4" fmla="*/ 906364 w 1172780"/>
                <a:gd name="connsiteY4" fmla="*/ 315645 h 1172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2780" h="1172780">
                  <a:moveTo>
                    <a:pt x="906364" y="315645"/>
                  </a:moveTo>
                  <a:cubicBezTo>
                    <a:pt x="1058284" y="489971"/>
                    <a:pt x="1040120" y="754445"/>
                    <a:pt x="865794" y="906364"/>
                  </a:cubicBezTo>
                  <a:cubicBezTo>
                    <a:pt x="691468" y="1058283"/>
                    <a:pt x="426994" y="1040119"/>
                    <a:pt x="275075" y="865794"/>
                  </a:cubicBezTo>
                  <a:cubicBezTo>
                    <a:pt x="123155" y="691468"/>
                    <a:pt x="141319" y="426994"/>
                    <a:pt x="315645" y="275074"/>
                  </a:cubicBezTo>
                  <a:cubicBezTo>
                    <a:pt x="489971" y="123155"/>
                    <a:pt x="754445" y="141319"/>
                    <a:pt x="906364" y="315645"/>
                  </a:cubicBezTo>
                  <a:close/>
                </a:path>
              </a:pathLst>
            </a:custGeom>
            <a:gradFill>
              <a:gsLst>
                <a:gs pos="88000">
                  <a:schemeClr val="accent1">
                    <a:lumMod val="75000"/>
                  </a:schemeClr>
                </a:gs>
                <a:gs pos="0">
                  <a:schemeClr val="accent2">
                    <a:lumMod val="75000"/>
                  </a:schemeClr>
                </a:gs>
              </a:gsLst>
              <a:lin ang="5400000" scaled="1"/>
            </a:gradFill>
            <a:ln w="11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10185312" y="5260867"/>
              <a:ext cx="1560970" cy="832791"/>
              <a:chOff x="10185312" y="5260867"/>
              <a:chExt cx="1560970" cy="832791"/>
            </a:xfrm>
            <a:effectLst>
              <a:glow rad="101600">
                <a:schemeClr val="accent2">
                  <a:lumMod val="60000"/>
                  <a:lumOff val="40000"/>
                  <a:alpha val="28000"/>
                </a:schemeClr>
              </a:glow>
            </a:effectLst>
          </p:grpSpPr>
          <p:sp>
            <p:nvSpPr>
              <p:cNvPr id="36" name="任意多边形: 形状 35"/>
              <p:cNvSpPr/>
              <p:nvPr/>
            </p:nvSpPr>
            <p:spPr>
              <a:xfrm>
                <a:off x="10609190" y="5260984"/>
                <a:ext cx="774035" cy="832674"/>
              </a:xfrm>
              <a:custGeom>
                <a:avLst/>
                <a:gdLst>
                  <a:gd name="connsiteX0" fmla="*/ 778726 w 774035"/>
                  <a:gd name="connsiteY0" fmla="*/ 479473 h 832674"/>
                  <a:gd name="connsiteX1" fmla="*/ 424547 w 774035"/>
                  <a:gd name="connsiteY1" fmla="*/ 4497 h 832674"/>
                  <a:gd name="connsiteX2" fmla="*/ 39875 w 774035"/>
                  <a:gd name="connsiteY2" fmla="*/ 154613 h 832674"/>
                  <a:gd name="connsiteX3" fmla="*/ 55121 w 774035"/>
                  <a:gd name="connsiteY3" fmla="*/ 214425 h 832674"/>
                  <a:gd name="connsiteX4" fmla="*/ 123142 w 774035"/>
                  <a:gd name="connsiteY4" fmla="*/ 266027 h 832674"/>
                  <a:gd name="connsiteX5" fmla="*/ 372944 w 774035"/>
                  <a:gd name="connsiteY5" fmla="*/ 294174 h 832674"/>
                  <a:gd name="connsiteX6" fmla="*/ 565280 w 774035"/>
                  <a:gd name="connsiteY6" fmla="*/ 377442 h 832674"/>
                  <a:gd name="connsiteX7" fmla="*/ 650893 w 774035"/>
                  <a:gd name="connsiteY7" fmla="*/ 565086 h 832674"/>
                  <a:gd name="connsiteX8" fmla="*/ 542997 w 774035"/>
                  <a:gd name="connsiteY8" fmla="*/ 736312 h 832674"/>
                  <a:gd name="connsiteX9" fmla="*/ 431583 w 774035"/>
                  <a:gd name="connsiteY9" fmla="*/ 753904 h 832674"/>
                  <a:gd name="connsiteX10" fmla="*/ 31665 w 774035"/>
                  <a:gd name="connsiteY10" fmla="*/ 627244 h 832674"/>
                  <a:gd name="connsiteX11" fmla="*/ 0 w 774035"/>
                  <a:gd name="connsiteY11" fmla="*/ 622553 h 832674"/>
                  <a:gd name="connsiteX12" fmla="*/ 304923 w 774035"/>
                  <a:gd name="connsiteY12" fmla="*/ 833653 h 832674"/>
                  <a:gd name="connsiteX13" fmla="*/ 778726 w 774035"/>
                  <a:gd name="connsiteY13" fmla="*/ 479473 h 832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74035" h="832674">
                    <a:moveTo>
                      <a:pt x="778726" y="479473"/>
                    </a:moveTo>
                    <a:cubicBezTo>
                      <a:pt x="811564" y="250781"/>
                      <a:pt x="653239" y="38508"/>
                      <a:pt x="424547" y="4497"/>
                    </a:cubicBezTo>
                    <a:cubicBezTo>
                      <a:pt x="273258" y="-17785"/>
                      <a:pt x="130179" y="44372"/>
                      <a:pt x="39875" y="154613"/>
                    </a:cubicBezTo>
                    <a:cubicBezTo>
                      <a:pt x="39875" y="175723"/>
                      <a:pt x="43393" y="196833"/>
                      <a:pt x="55121" y="214425"/>
                    </a:cubicBezTo>
                    <a:cubicBezTo>
                      <a:pt x="70367" y="239053"/>
                      <a:pt x="96168" y="255472"/>
                      <a:pt x="123142" y="266027"/>
                    </a:cubicBezTo>
                    <a:cubicBezTo>
                      <a:pt x="201718" y="296520"/>
                      <a:pt x="289677" y="283619"/>
                      <a:pt x="372944" y="294174"/>
                    </a:cubicBezTo>
                    <a:cubicBezTo>
                      <a:pt x="443311" y="303556"/>
                      <a:pt x="512505" y="329358"/>
                      <a:pt x="565280" y="377442"/>
                    </a:cubicBezTo>
                    <a:cubicBezTo>
                      <a:pt x="618055" y="424353"/>
                      <a:pt x="653239" y="494720"/>
                      <a:pt x="650893" y="565086"/>
                    </a:cubicBezTo>
                    <a:cubicBezTo>
                      <a:pt x="648548" y="636626"/>
                      <a:pt x="607500" y="706993"/>
                      <a:pt x="542997" y="736312"/>
                    </a:cubicBezTo>
                    <a:cubicBezTo>
                      <a:pt x="507814" y="751558"/>
                      <a:pt x="469112" y="756250"/>
                      <a:pt x="431583" y="753904"/>
                    </a:cubicBezTo>
                    <a:cubicBezTo>
                      <a:pt x="290850" y="744522"/>
                      <a:pt x="168880" y="656563"/>
                      <a:pt x="31665" y="627244"/>
                    </a:cubicBezTo>
                    <a:cubicBezTo>
                      <a:pt x="21110" y="624898"/>
                      <a:pt x="10555" y="623725"/>
                      <a:pt x="0" y="622553"/>
                    </a:cubicBezTo>
                    <a:cubicBezTo>
                      <a:pt x="60985" y="732794"/>
                      <a:pt x="171226" y="813716"/>
                      <a:pt x="304923" y="833653"/>
                    </a:cubicBezTo>
                    <a:cubicBezTo>
                      <a:pt x="532442" y="866491"/>
                      <a:pt x="745888" y="708166"/>
                      <a:pt x="778726" y="479473"/>
                    </a:cubicBezTo>
                    <a:close/>
                  </a:path>
                </a:pathLst>
              </a:custGeom>
              <a:gradFill>
                <a:gsLst>
                  <a:gs pos="88000">
                    <a:schemeClr val="accent2">
                      <a:lumMod val="75000"/>
                    </a:schemeClr>
                  </a:gs>
                  <a:gs pos="0">
                    <a:schemeClr val="accent2"/>
                  </a:gs>
                </a:gsLst>
                <a:lin ang="5400000" scaled="1"/>
              </a:gradFill>
              <a:ln w="116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" name="任意多边形: 形状 36"/>
              <p:cNvSpPr/>
              <p:nvPr/>
            </p:nvSpPr>
            <p:spPr>
              <a:xfrm>
                <a:off x="10742003" y="5260867"/>
                <a:ext cx="633302" cy="316651"/>
              </a:xfrm>
              <a:custGeom>
                <a:avLst/>
                <a:gdLst>
                  <a:gd name="connsiteX0" fmla="*/ 292022 w 633301"/>
                  <a:gd name="connsiteY0" fmla="*/ 4325 h 316650"/>
                  <a:gd name="connsiteX1" fmla="*/ 0 w 633301"/>
                  <a:gd name="connsiteY1" fmla="*/ 70001 h 316650"/>
                  <a:gd name="connsiteX2" fmla="*/ 34011 w 633301"/>
                  <a:gd name="connsiteY2" fmla="*/ 123949 h 316650"/>
                  <a:gd name="connsiteX3" fmla="*/ 194682 w 633301"/>
                  <a:gd name="connsiteY3" fmla="*/ 208389 h 316650"/>
                  <a:gd name="connsiteX4" fmla="*/ 299059 w 633301"/>
                  <a:gd name="connsiteY4" fmla="*/ 188452 h 316650"/>
                  <a:gd name="connsiteX5" fmla="*/ 627438 w 633301"/>
                  <a:gd name="connsiteY5" fmla="*/ 303384 h 316650"/>
                  <a:gd name="connsiteX6" fmla="*/ 641511 w 633301"/>
                  <a:gd name="connsiteY6" fmla="*/ 326840 h 316650"/>
                  <a:gd name="connsiteX7" fmla="*/ 292022 w 633301"/>
                  <a:gd name="connsiteY7" fmla="*/ 4325 h 316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3301" h="316650">
                    <a:moveTo>
                      <a:pt x="292022" y="4325"/>
                    </a:moveTo>
                    <a:cubicBezTo>
                      <a:pt x="186472" y="-10921"/>
                      <a:pt x="83267" y="14880"/>
                      <a:pt x="0" y="70001"/>
                    </a:cubicBezTo>
                    <a:cubicBezTo>
                      <a:pt x="9382" y="88766"/>
                      <a:pt x="21110" y="107530"/>
                      <a:pt x="34011" y="123949"/>
                    </a:cubicBezTo>
                    <a:cubicBezTo>
                      <a:pt x="72712" y="173206"/>
                      <a:pt x="132524" y="209562"/>
                      <a:pt x="194682" y="208389"/>
                    </a:cubicBezTo>
                    <a:cubicBezTo>
                      <a:pt x="229865" y="208389"/>
                      <a:pt x="263876" y="196661"/>
                      <a:pt x="299059" y="188452"/>
                    </a:cubicBezTo>
                    <a:cubicBezTo>
                      <a:pt x="419855" y="162651"/>
                      <a:pt x="560589" y="200180"/>
                      <a:pt x="627438" y="303384"/>
                    </a:cubicBezTo>
                    <a:cubicBezTo>
                      <a:pt x="632129" y="310421"/>
                      <a:pt x="636820" y="318631"/>
                      <a:pt x="641511" y="326840"/>
                    </a:cubicBezTo>
                    <a:cubicBezTo>
                      <a:pt x="603982" y="162651"/>
                      <a:pt x="469112" y="30127"/>
                      <a:pt x="292022" y="4325"/>
                    </a:cubicBezTo>
                    <a:close/>
                  </a:path>
                </a:pathLst>
              </a:custGeom>
              <a:gradFill>
                <a:gsLst>
                  <a:gs pos="56000">
                    <a:schemeClr val="accent2">
                      <a:lumMod val="75000"/>
                    </a:schemeClr>
                  </a:gs>
                  <a:gs pos="0">
                    <a:schemeClr val="accent2"/>
                  </a:gs>
                </a:gsLst>
                <a:lin ang="5400000" scaled="1"/>
              </a:gradFill>
              <a:ln w="116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/>
            </p:nvSpPr>
            <p:spPr>
              <a:xfrm>
                <a:off x="10185312" y="5495346"/>
                <a:ext cx="1559798" cy="422201"/>
              </a:xfrm>
              <a:custGeom>
                <a:avLst/>
                <a:gdLst>
                  <a:gd name="connsiteX0" fmla="*/ 1250688 w 1559798"/>
                  <a:gd name="connsiteY0" fmla="*/ 132524 h 422200"/>
                  <a:gd name="connsiteX1" fmla="*/ 1201432 w 1559798"/>
                  <a:gd name="connsiteY1" fmla="*/ 114932 h 422200"/>
                  <a:gd name="connsiteX2" fmla="*/ 1204950 w 1559798"/>
                  <a:gd name="connsiteY2" fmla="*/ 228692 h 422200"/>
                  <a:gd name="connsiteX3" fmla="*/ 1335129 w 1559798"/>
                  <a:gd name="connsiteY3" fmla="*/ 294368 h 422200"/>
                  <a:gd name="connsiteX4" fmla="*/ 1167421 w 1559798"/>
                  <a:gd name="connsiteY4" fmla="*/ 321342 h 422200"/>
                  <a:gd name="connsiteX5" fmla="*/ 772194 w 1559798"/>
                  <a:gd name="connsiteY5" fmla="*/ 296713 h 422200"/>
                  <a:gd name="connsiteX6" fmla="*/ 386349 w 1559798"/>
                  <a:gd name="connsiteY6" fmla="*/ 207582 h 422200"/>
                  <a:gd name="connsiteX7" fmla="*/ 233888 w 1559798"/>
                  <a:gd name="connsiteY7" fmla="*/ 133697 h 422200"/>
                  <a:gd name="connsiteX8" fmla="*/ 378140 w 1559798"/>
                  <a:gd name="connsiteY8" fmla="*/ 107896 h 422200"/>
                  <a:gd name="connsiteX9" fmla="*/ 413323 w 1559798"/>
                  <a:gd name="connsiteY9" fmla="*/ 0 h 422200"/>
                  <a:gd name="connsiteX10" fmla="*/ 361721 w 1559798"/>
                  <a:gd name="connsiteY10" fmla="*/ 2346 h 422200"/>
                  <a:gd name="connsiteX11" fmla="*/ 504 w 1559798"/>
                  <a:gd name="connsiteY11" fmla="*/ 100859 h 422200"/>
                  <a:gd name="connsiteX12" fmla="*/ 317155 w 1559798"/>
                  <a:gd name="connsiteY12" fmla="*/ 297886 h 422200"/>
                  <a:gd name="connsiteX13" fmla="*/ 755775 w 1559798"/>
                  <a:gd name="connsiteY13" fmla="*/ 403436 h 422200"/>
                  <a:gd name="connsiteX14" fmla="*/ 1206123 w 1559798"/>
                  <a:gd name="connsiteY14" fmla="*/ 428065 h 422200"/>
                  <a:gd name="connsiteX15" fmla="*/ 1566166 w 1559798"/>
                  <a:gd name="connsiteY15" fmla="*/ 330724 h 422200"/>
                  <a:gd name="connsiteX16" fmla="*/ 1250688 w 1559798"/>
                  <a:gd name="connsiteY16" fmla="*/ 132524 h 422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59798" h="422200">
                    <a:moveTo>
                      <a:pt x="1250688" y="132524"/>
                    </a:moveTo>
                    <a:cubicBezTo>
                      <a:pt x="1235442" y="126660"/>
                      <a:pt x="1219023" y="120796"/>
                      <a:pt x="1201432" y="114932"/>
                    </a:cubicBezTo>
                    <a:cubicBezTo>
                      <a:pt x="1207296" y="151289"/>
                      <a:pt x="1208468" y="189990"/>
                      <a:pt x="1204950" y="228692"/>
                    </a:cubicBezTo>
                    <a:cubicBezTo>
                      <a:pt x="1280008" y="256839"/>
                      <a:pt x="1318710" y="280295"/>
                      <a:pt x="1335129" y="294368"/>
                    </a:cubicBezTo>
                    <a:cubicBezTo>
                      <a:pt x="1312846" y="303750"/>
                      <a:pt x="1263589" y="317823"/>
                      <a:pt x="1167421" y="321342"/>
                    </a:cubicBezTo>
                    <a:cubicBezTo>
                      <a:pt x="1056007" y="327206"/>
                      <a:pt x="915273" y="317823"/>
                      <a:pt x="772194" y="296713"/>
                    </a:cubicBezTo>
                    <a:cubicBezTo>
                      <a:pt x="627942" y="275603"/>
                      <a:pt x="490727" y="243938"/>
                      <a:pt x="386349" y="207582"/>
                    </a:cubicBezTo>
                    <a:cubicBezTo>
                      <a:pt x="296045" y="175917"/>
                      <a:pt x="251479" y="148943"/>
                      <a:pt x="233888" y="133697"/>
                    </a:cubicBezTo>
                    <a:cubicBezTo>
                      <a:pt x="253825" y="124315"/>
                      <a:pt x="297218" y="112587"/>
                      <a:pt x="378140" y="107896"/>
                    </a:cubicBezTo>
                    <a:cubicBezTo>
                      <a:pt x="385176" y="69194"/>
                      <a:pt x="396904" y="32838"/>
                      <a:pt x="413323" y="0"/>
                    </a:cubicBezTo>
                    <a:cubicBezTo>
                      <a:pt x="395731" y="0"/>
                      <a:pt x="378140" y="1173"/>
                      <a:pt x="361721" y="2346"/>
                    </a:cubicBezTo>
                    <a:cubicBezTo>
                      <a:pt x="263207" y="9382"/>
                      <a:pt x="13405" y="11728"/>
                      <a:pt x="504" y="100859"/>
                    </a:cubicBezTo>
                    <a:cubicBezTo>
                      <a:pt x="-12396" y="188818"/>
                      <a:pt x="225678" y="262703"/>
                      <a:pt x="317155" y="297886"/>
                    </a:cubicBezTo>
                    <a:cubicBezTo>
                      <a:pt x="433260" y="341279"/>
                      <a:pt x="588067" y="378808"/>
                      <a:pt x="755775" y="403436"/>
                    </a:cubicBezTo>
                    <a:cubicBezTo>
                      <a:pt x="923483" y="428065"/>
                      <a:pt x="1082981" y="436274"/>
                      <a:pt x="1206123" y="428065"/>
                    </a:cubicBezTo>
                    <a:cubicBezTo>
                      <a:pt x="1303464" y="421028"/>
                      <a:pt x="1553266" y="418683"/>
                      <a:pt x="1566166" y="330724"/>
                    </a:cubicBezTo>
                    <a:cubicBezTo>
                      <a:pt x="1580240" y="240420"/>
                      <a:pt x="1342165" y="167708"/>
                      <a:pt x="1250688" y="132524"/>
                    </a:cubicBezTo>
                    <a:close/>
                  </a:path>
                </a:pathLst>
              </a:custGeom>
              <a:gradFill flip="none" rotWithShape="1">
                <a:gsLst>
                  <a:gs pos="100000">
                    <a:schemeClr val="bg1">
                      <a:alpha val="50000"/>
                    </a:schemeClr>
                  </a:gs>
                  <a:gs pos="0">
                    <a:schemeClr val="bg1">
                      <a:alpha val="50000"/>
                    </a:schemeClr>
                  </a:gs>
                </a:gsLst>
                <a:lin ang="16200000" scaled="1"/>
                <a:tileRect/>
              </a:gradFill>
              <a:ln w="116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/>
            </p:nvSpPr>
            <p:spPr>
              <a:xfrm>
                <a:off x="10186484" y="5552812"/>
                <a:ext cx="1559798" cy="363562"/>
              </a:xfrm>
              <a:custGeom>
                <a:avLst/>
                <a:gdLst>
                  <a:gd name="connsiteX0" fmla="*/ 1548575 w 1559798"/>
                  <a:gd name="connsiteY0" fmla="*/ 222828 h 363561"/>
                  <a:gd name="connsiteX1" fmla="*/ 1548575 w 1559798"/>
                  <a:gd name="connsiteY1" fmla="*/ 227519 h 363561"/>
                  <a:gd name="connsiteX2" fmla="*/ 1200259 w 1559798"/>
                  <a:gd name="connsiteY2" fmla="*/ 322515 h 363561"/>
                  <a:gd name="connsiteX3" fmla="*/ 762812 w 1559798"/>
                  <a:gd name="connsiteY3" fmla="*/ 299059 h 363561"/>
                  <a:gd name="connsiteX4" fmla="*/ 337092 w 1559798"/>
                  <a:gd name="connsiteY4" fmla="*/ 195854 h 363561"/>
                  <a:gd name="connsiteX5" fmla="*/ 29824 w 1559798"/>
                  <a:gd name="connsiteY5" fmla="*/ 4691 h 363561"/>
                  <a:gd name="connsiteX6" fmla="*/ 30997 w 1559798"/>
                  <a:gd name="connsiteY6" fmla="*/ 0 h 363561"/>
                  <a:gd name="connsiteX7" fmla="*/ 504 w 1559798"/>
                  <a:gd name="connsiteY7" fmla="*/ 42220 h 363561"/>
                  <a:gd name="connsiteX8" fmla="*/ 317155 w 1559798"/>
                  <a:gd name="connsiteY8" fmla="*/ 239247 h 363561"/>
                  <a:gd name="connsiteX9" fmla="*/ 755775 w 1559798"/>
                  <a:gd name="connsiteY9" fmla="*/ 344797 h 363561"/>
                  <a:gd name="connsiteX10" fmla="*/ 1206123 w 1559798"/>
                  <a:gd name="connsiteY10" fmla="*/ 369426 h 363561"/>
                  <a:gd name="connsiteX11" fmla="*/ 1566167 w 1559798"/>
                  <a:gd name="connsiteY11" fmla="*/ 272085 h 363561"/>
                  <a:gd name="connsiteX12" fmla="*/ 1548575 w 1559798"/>
                  <a:gd name="connsiteY12" fmla="*/ 222828 h 363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59798" h="363561">
                    <a:moveTo>
                      <a:pt x="1548575" y="222828"/>
                    </a:moveTo>
                    <a:cubicBezTo>
                      <a:pt x="1548575" y="224001"/>
                      <a:pt x="1548575" y="225174"/>
                      <a:pt x="1548575" y="227519"/>
                    </a:cubicBezTo>
                    <a:cubicBezTo>
                      <a:pt x="1535674" y="313132"/>
                      <a:pt x="1295254" y="315478"/>
                      <a:pt x="1200259" y="322515"/>
                    </a:cubicBezTo>
                    <a:cubicBezTo>
                      <a:pt x="1080635" y="330724"/>
                      <a:pt x="925828" y="322515"/>
                      <a:pt x="762812" y="299059"/>
                    </a:cubicBezTo>
                    <a:cubicBezTo>
                      <a:pt x="600968" y="275603"/>
                      <a:pt x="449679" y="239247"/>
                      <a:pt x="337092" y="195854"/>
                    </a:cubicBezTo>
                    <a:cubicBezTo>
                      <a:pt x="247961" y="161844"/>
                      <a:pt x="18096" y="90304"/>
                      <a:pt x="29824" y="4691"/>
                    </a:cubicBezTo>
                    <a:cubicBezTo>
                      <a:pt x="29824" y="3518"/>
                      <a:pt x="30997" y="2346"/>
                      <a:pt x="30997" y="0"/>
                    </a:cubicBezTo>
                    <a:cubicBezTo>
                      <a:pt x="14578" y="11728"/>
                      <a:pt x="2850" y="24628"/>
                      <a:pt x="504" y="42220"/>
                    </a:cubicBezTo>
                    <a:cubicBezTo>
                      <a:pt x="-12396" y="130179"/>
                      <a:pt x="225678" y="204064"/>
                      <a:pt x="317155" y="239247"/>
                    </a:cubicBezTo>
                    <a:cubicBezTo>
                      <a:pt x="433260" y="282640"/>
                      <a:pt x="588067" y="320169"/>
                      <a:pt x="755775" y="344797"/>
                    </a:cubicBezTo>
                    <a:cubicBezTo>
                      <a:pt x="923483" y="369426"/>
                      <a:pt x="1082981" y="377635"/>
                      <a:pt x="1206123" y="369426"/>
                    </a:cubicBezTo>
                    <a:cubicBezTo>
                      <a:pt x="1303464" y="362389"/>
                      <a:pt x="1553266" y="360044"/>
                      <a:pt x="1566167" y="272085"/>
                    </a:cubicBezTo>
                    <a:cubicBezTo>
                      <a:pt x="1568512" y="254493"/>
                      <a:pt x="1561475" y="238074"/>
                      <a:pt x="1548575" y="222828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50000"/>
                    </a:schemeClr>
                  </a:gs>
                  <a:gs pos="0">
                    <a:schemeClr val="bg1">
                      <a:alpha val="50000"/>
                    </a:schemeClr>
                  </a:gs>
                </a:gsLst>
                <a:lin ang="16200000" scaled="1"/>
              </a:gradFill>
              <a:ln w="116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35" name="任意多边形: 形状 34"/>
            <p:cNvSpPr/>
            <p:nvPr/>
          </p:nvSpPr>
          <p:spPr>
            <a:xfrm>
              <a:off x="7090192" y="3093283"/>
              <a:ext cx="124372" cy="124371"/>
            </a:xfrm>
            <a:custGeom>
              <a:avLst/>
              <a:gdLst>
                <a:gd name="connsiteX0" fmla="*/ 82153 w 85725"/>
                <a:gd name="connsiteY0" fmla="*/ 37386 h 85725"/>
                <a:gd name="connsiteX1" fmla="*/ 68818 w 85725"/>
                <a:gd name="connsiteY1" fmla="*/ 35481 h 85725"/>
                <a:gd name="connsiteX2" fmla="*/ 51673 w 85725"/>
                <a:gd name="connsiteY2" fmla="*/ 18336 h 85725"/>
                <a:gd name="connsiteX3" fmla="*/ 49768 w 85725"/>
                <a:gd name="connsiteY3" fmla="*/ 5001 h 85725"/>
                <a:gd name="connsiteX4" fmla="*/ 37386 w 85725"/>
                <a:gd name="connsiteY4" fmla="*/ 5001 h 85725"/>
                <a:gd name="connsiteX5" fmla="*/ 35481 w 85725"/>
                <a:gd name="connsiteY5" fmla="*/ 18336 h 85725"/>
                <a:gd name="connsiteX6" fmla="*/ 18336 w 85725"/>
                <a:gd name="connsiteY6" fmla="*/ 35481 h 85725"/>
                <a:gd name="connsiteX7" fmla="*/ 5001 w 85725"/>
                <a:gd name="connsiteY7" fmla="*/ 37386 h 85725"/>
                <a:gd name="connsiteX8" fmla="*/ 5001 w 85725"/>
                <a:gd name="connsiteY8" fmla="*/ 49768 h 85725"/>
                <a:gd name="connsiteX9" fmla="*/ 18336 w 85725"/>
                <a:gd name="connsiteY9" fmla="*/ 51673 h 85725"/>
                <a:gd name="connsiteX10" fmla="*/ 35481 w 85725"/>
                <a:gd name="connsiteY10" fmla="*/ 68818 h 85725"/>
                <a:gd name="connsiteX11" fmla="*/ 37386 w 85725"/>
                <a:gd name="connsiteY11" fmla="*/ 82153 h 85725"/>
                <a:gd name="connsiteX12" fmla="*/ 49768 w 85725"/>
                <a:gd name="connsiteY12" fmla="*/ 82153 h 85725"/>
                <a:gd name="connsiteX13" fmla="*/ 51673 w 85725"/>
                <a:gd name="connsiteY13" fmla="*/ 68818 h 85725"/>
                <a:gd name="connsiteX14" fmla="*/ 68818 w 85725"/>
                <a:gd name="connsiteY14" fmla="*/ 51673 h 85725"/>
                <a:gd name="connsiteX15" fmla="*/ 82153 w 85725"/>
                <a:gd name="connsiteY15" fmla="*/ 49768 h 85725"/>
                <a:gd name="connsiteX16" fmla="*/ 82153 w 85725"/>
                <a:gd name="connsiteY16" fmla="*/ 37386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725" h="85725">
                  <a:moveTo>
                    <a:pt x="82153" y="37386"/>
                  </a:moveTo>
                  <a:lnTo>
                    <a:pt x="68818" y="35481"/>
                  </a:lnTo>
                  <a:cubicBezTo>
                    <a:pt x="60246" y="34528"/>
                    <a:pt x="52626" y="26908"/>
                    <a:pt x="51673" y="18336"/>
                  </a:cubicBezTo>
                  <a:lnTo>
                    <a:pt x="49768" y="5001"/>
                  </a:lnTo>
                  <a:cubicBezTo>
                    <a:pt x="48816" y="-1667"/>
                    <a:pt x="38338" y="-1667"/>
                    <a:pt x="37386" y="5001"/>
                  </a:cubicBezTo>
                  <a:lnTo>
                    <a:pt x="35481" y="18336"/>
                  </a:lnTo>
                  <a:cubicBezTo>
                    <a:pt x="34528" y="26908"/>
                    <a:pt x="26908" y="34528"/>
                    <a:pt x="18336" y="35481"/>
                  </a:cubicBezTo>
                  <a:lnTo>
                    <a:pt x="5001" y="37386"/>
                  </a:lnTo>
                  <a:cubicBezTo>
                    <a:pt x="-1667" y="38338"/>
                    <a:pt x="-1667" y="48816"/>
                    <a:pt x="5001" y="49768"/>
                  </a:cubicBezTo>
                  <a:lnTo>
                    <a:pt x="18336" y="51673"/>
                  </a:lnTo>
                  <a:cubicBezTo>
                    <a:pt x="26908" y="52626"/>
                    <a:pt x="34528" y="60246"/>
                    <a:pt x="35481" y="68818"/>
                  </a:cubicBezTo>
                  <a:lnTo>
                    <a:pt x="37386" y="82153"/>
                  </a:lnTo>
                  <a:cubicBezTo>
                    <a:pt x="38338" y="88821"/>
                    <a:pt x="48816" y="88821"/>
                    <a:pt x="49768" y="82153"/>
                  </a:cubicBezTo>
                  <a:lnTo>
                    <a:pt x="51673" y="68818"/>
                  </a:lnTo>
                  <a:cubicBezTo>
                    <a:pt x="52626" y="60246"/>
                    <a:pt x="60246" y="52626"/>
                    <a:pt x="68818" y="51673"/>
                  </a:cubicBezTo>
                  <a:lnTo>
                    <a:pt x="82153" y="49768"/>
                  </a:lnTo>
                  <a:cubicBezTo>
                    <a:pt x="88821" y="48816"/>
                    <a:pt x="88821" y="38338"/>
                    <a:pt x="82153" y="37386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2315948"/>
            <a:ext cx="5766763" cy="2209244"/>
          </a:xfrm>
        </p:spPr>
        <p:txBody>
          <a:bodyPr anchor="ctr">
            <a:normAutofit/>
          </a:bodyPr>
          <a:lstStyle>
            <a:lvl1pPr>
              <a:defRPr sz="66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70220"/>
            <a:ext cx="4517887" cy="27432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44540"/>
            <a:ext cx="4517887" cy="27432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25592-9C3F-48AB-9A3F-F2A64B129A6F}" type="datetimeFigureOut">
              <a:rPr lang="en-US" smtClean="0"/>
              <a:pPr/>
              <a:t>6/11/2025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7507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68168" y="6409690"/>
            <a:ext cx="375073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2C29581-8E49-3187-0831-CA722CECB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500" y="266700"/>
            <a:ext cx="7340600" cy="2451292"/>
          </a:xfrm>
        </p:spPr>
        <p:txBody>
          <a:bodyPr>
            <a:normAutofit/>
          </a:bodyPr>
          <a:lstStyle/>
          <a:p>
            <a:r>
              <a:rPr lang="zh-CN" altLang="zh-CN" sz="4800" dirty="0"/>
              <a:t>在负载变化下电机转速的</a:t>
            </a:r>
            <a:r>
              <a:rPr lang="en-US" altLang="zh-CN" sz="4800" dirty="0"/>
              <a:t>PID</a:t>
            </a:r>
            <a:r>
              <a:rPr lang="zh-CN" altLang="zh-CN" sz="4800" dirty="0"/>
              <a:t>控制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7CE50482-7BE8-8D17-9805-8BEEAB67BD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6900" y="4025900"/>
            <a:ext cx="5753100" cy="1252029"/>
          </a:xfrm>
        </p:spPr>
        <p:txBody>
          <a:bodyPr>
            <a:normAutofit/>
          </a:bodyPr>
          <a:lstStyle/>
          <a:p>
            <a:pPr lvl="0"/>
            <a:r>
              <a:rPr lang="zh-CN" altLang="en-US" sz="2400" dirty="0"/>
              <a:t>     </a:t>
            </a:r>
            <a:r>
              <a:rPr lang="en-US" altLang="zh-CN" sz="2400" dirty="0"/>
              <a:t/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34597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dirty="0"/>
              <a:t>目录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背景</a:t>
            </a:r>
          </a:p>
          <a:p>
            <a:r>
              <a:rPr lang="en-US" altLang="zh-CN" sz="2800" dirty="0"/>
              <a:t>系统核心要素</a:t>
            </a:r>
          </a:p>
          <a:p>
            <a:r>
              <a:rPr lang="en-US" altLang="zh-CN" sz="2800" dirty="0"/>
              <a:t>实际展示</a:t>
            </a: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04919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01.背景</a:t>
            </a:r>
          </a:p>
        </p:txBody>
      </p:sp>
    </p:spTree>
    <p:extLst>
      <p:ext uri="{BB962C8B-B14F-4D97-AF65-F5344CB8AC3E}">
        <p14:creationId xmlns:p14="http://schemas.microsoft.com/office/powerpoint/2010/main" val="2591436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文本框 41">
            <a:extLst>
              <a:ext uri="{FF2B5EF4-FFF2-40B4-BE49-F238E27FC236}">
                <a16:creationId xmlns:a16="http://schemas.microsoft.com/office/drawing/2014/main" id="{8A603C6E-0779-C60A-51F3-A66D3B47447A}"/>
              </a:ext>
            </a:extLst>
          </p:cNvPr>
          <p:cNvSpPr txBox="1"/>
          <p:nvPr/>
        </p:nvSpPr>
        <p:spPr>
          <a:xfrm flipH="1" flipV="1">
            <a:off x="10635498" y="2233851"/>
            <a:ext cx="631268" cy="441211"/>
          </a:xfrm>
          <a:custGeom>
            <a:avLst/>
            <a:gdLst/>
            <a:ahLst/>
            <a:cxnLst/>
            <a:rect l="l" t="t" r="r" b="b"/>
            <a:pathLst>
              <a:path w="518207" h="362188">
                <a:moveTo>
                  <a:pt x="409551" y="0"/>
                </a:moveTo>
                <a:cubicBezTo>
                  <a:pt x="419581" y="0"/>
                  <a:pt x="431654" y="4272"/>
                  <a:pt x="445770" y="12816"/>
                </a:cubicBezTo>
                <a:cubicBezTo>
                  <a:pt x="459886" y="21360"/>
                  <a:pt x="466944" y="30275"/>
                  <a:pt x="466944" y="39562"/>
                </a:cubicBezTo>
                <a:cubicBezTo>
                  <a:pt x="466944" y="48849"/>
                  <a:pt x="463229" y="60922"/>
                  <a:pt x="455799" y="75781"/>
                </a:cubicBezTo>
                <a:cubicBezTo>
                  <a:pt x="448370" y="90640"/>
                  <a:pt x="444655" y="103270"/>
                  <a:pt x="444655" y="113671"/>
                </a:cubicBezTo>
                <a:cubicBezTo>
                  <a:pt x="444655" y="124816"/>
                  <a:pt x="449484" y="133359"/>
                  <a:pt x="459143" y="139303"/>
                </a:cubicBezTo>
                <a:cubicBezTo>
                  <a:pt x="475488" y="148218"/>
                  <a:pt x="489418" y="162149"/>
                  <a:pt x="500934" y="181094"/>
                </a:cubicBezTo>
                <a:cubicBezTo>
                  <a:pt x="512449" y="200039"/>
                  <a:pt x="518207" y="219913"/>
                  <a:pt x="518207" y="240716"/>
                </a:cubicBezTo>
                <a:cubicBezTo>
                  <a:pt x="518207" y="273406"/>
                  <a:pt x="506877" y="301823"/>
                  <a:pt x="484217" y="325969"/>
                </a:cubicBezTo>
                <a:cubicBezTo>
                  <a:pt x="461557" y="350115"/>
                  <a:pt x="432582" y="362188"/>
                  <a:pt x="397292" y="362188"/>
                </a:cubicBezTo>
                <a:cubicBezTo>
                  <a:pt x="362002" y="362188"/>
                  <a:pt x="333213" y="350487"/>
                  <a:pt x="310924" y="327084"/>
                </a:cubicBezTo>
                <a:cubicBezTo>
                  <a:pt x="288636" y="303681"/>
                  <a:pt x="277491" y="276377"/>
                  <a:pt x="277491" y="245173"/>
                </a:cubicBezTo>
                <a:cubicBezTo>
                  <a:pt x="277491" y="230314"/>
                  <a:pt x="282321" y="210626"/>
                  <a:pt x="291979" y="186109"/>
                </a:cubicBezTo>
                <a:cubicBezTo>
                  <a:pt x="301637" y="161592"/>
                  <a:pt x="315568" y="129830"/>
                  <a:pt x="333770" y="90826"/>
                </a:cubicBezTo>
                <a:cubicBezTo>
                  <a:pt x="351972" y="51821"/>
                  <a:pt x="363674" y="28418"/>
                  <a:pt x="368874" y="20617"/>
                </a:cubicBezTo>
                <a:cubicBezTo>
                  <a:pt x="374075" y="12816"/>
                  <a:pt x="379647" y="7429"/>
                  <a:pt x="385591" y="4458"/>
                </a:cubicBezTo>
                <a:cubicBezTo>
                  <a:pt x="391534" y="1486"/>
                  <a:pt x="399521" y="0"/>
                  <a:pt x="409551" y="0"/>
                </a:cubicBezTo>
                <a:close/>
                <a:moveTo>
                  <a:pt x="132059" y="0"/>
                </a:moveTo>
                <a:cubicBezTo>
                  <a:pt x="142089" y="0"/>
                  <a:pt x="154162" y="4272"/>
                  <a:pt x="168278" y="12816"/>
                </a:cubicBezTo>
                <a:cubicBezTo>
                  <a:pt x="182394" y="21360"/>
                  <a:pt x="189452" y="30275"/>
                  <a:pt x="189452" y="39562"/>
                </a:cubicBezTo>
                <a:cubicBezTo>
                  <a:pt x="189452" y="48849"/>
                  <a:pt x="185737" y="60922"/>
                  <a:pt x="178308" y="75781"/>
                </a:cubicBezTo>
                <a:cubicBezTo>
                  <a:pt x="170878" y="90640"/>
                  <a:pt x="167163" y="103270"/>
                  <a:pt x="167163" y="113671"/>
                </a:cubicBezTo>
                <a:cubicBezTo>
                  <a:pt x="167163" y="124816"/>
                  <a:pt x="171993" y="133359"/>
                  <a:pt x="181651" y="139303"/>
                </a:cubicBezTo>
                <a:cubicBezTo>
                  <a:pt x="197996" y="148218"/>
                  <a:pt x="211926" y="162149"/>
                  <a:pt x="223442" y="181094"/>
                </a:cubicBezTo>
                <a:cubicBezTo>
                  <a:pt x="234958" y="200039"/>
                  <a:pt x="240715" y="219913"/>
                  <a:pt x="240715" y="240716"/>
                </a:cubicBezTo>
                <a:cubicBezTo>
                  <a:pt x="240715" y="273406"/>
                  <a:pt x="229385" y="301823"/>
                  <a:pt x="206725" y="325969"/>
                </a:cubicBezTo>
                <a:cubicBezTo>
                  <a:pt x="184066" y="350115"/>
                  <a:pt x="155090" y="362188"/>
                  <a:pt x="119800" y="362188"/>
                </a:cubicBezTo>
                <a:cubicBezTo>
                  <a:pt x="84510" y="362188"/>
                  <a:pt x="55721" y="350487"/>
                  <a:pt x="33432" y="327084"/>
                </a:cubicBezTo>
                <a:cubicBezTo>
                  <a:pt x="11144" y="303681"/>
                  <a:pt x="0" y="276377"/>
                  <a:pt x="0" y="245173"/>
                </a:cubicBezTo>
                <a:cubicBezTo>
                  <a:pt x="0" y="230314"/>
                  <a:pt x="4829" y="210626"/>
                  <a:pt x="14487" y="186109"/>
                </a:cubicBezTo>
                <a:cubicBezTo>
                  <a:pt x="24145" y="161592"/>
                  <a:pt x="38076" y="129830"/>
                  <a:pt x="56278" y="90826"/>
                </a:cubicBezTo>
                <a:cubicBezTo>
                  <a:pt x="74480" y="51821"/>
                  <a:pt x="86182" y="28418"/>
                  <a:pt x="91382" y="20617"/>
                </a:cubicBezTo>
                <a:cubicBezTo>
                  <a:pt x="96583" y="12816"/>
                  <a:pt x="102155" y="7429"/>
                  <a:pt x="108099" y="4458"/>
                </a:cubicBezTo>
                <a:cubicBezTo>
                  <a:pt x="114042" y="1486"/>
                  <a:pt x="122029" y="0"/>
                  <a:pt x="132059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20000"/>
            </a:schemeClr>
          </a:solidFill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algn="ctr" defTabSz="913765"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zh-CN" altLang="en-US" dirty="0"/>
          </a:p>
        </p:txBody>
      </p:sp>
      <p:sp>
        <p:nvSpPr>
          <p:cNvPr id="44" name="标题 4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丝杆控制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CC130A2-039D-9385-9910-31C023FEB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200" y="1983259"/>
            <a:ext cx="2955807" cy="30099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E9475C3-66E4-F727-1F8E-2273EB814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709" y="1983259"/>
            <a:ext cx="3612281" cy="2950691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C114E39-82FF-C9EE-1093-6415271F728A}"/>
              </a:ext>
            </a:extLst>
          </p:cNvPr>
          <p:cNvCxnSpPr/>
          <p:nvPr/>
        </p:nvCxnSpPr>
        <p:spPr>
          <a:xfrm flipV="1">
            <a:off x="3793525" y="2513665"/>
            <a:ext cx="4102443" cy="2068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DE74AE92-DC19-C03C-B8AA-BAF980D1E877}"/>
              </a:ext>
            </a:extLst>
          </p:cNvPr>
          <p:cNvSpPr/>
          <p:nvPr/>
        </p:nvSpPr>
        <p:spPr>
          <a:xfrm>
            <a:off x="3194222" y="4309933"/>
            <a:ext cx="735227" cy="85879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077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15F3804D-463D-330C-0F8F-F454DA2A1470}"/>
              </a:ext>
            </a:extLst>
          </p:cNvPr>
          <p:cNvGrpSpPr/>
          <p:nvPr/>
        </p:nvGrpSpPr>
        <p:grpSpPr>
          <a:xfrm>
            <a:off x="1345324" y="1408386"/>
            <a:ext cx="9501352" cy="4641631"/>
            <a:chOff x="1345324" y="1492469"/>
            <a:chExt cx="9501352" cy="4641631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731701F-788B-7151-EF4C-FBD54C261EB3}"/>
                </a:ext>
              </a:extLst>
            </p:cNvPr>
            <p:cNvSpPr/>
            <p:nvPr/>
          </p:nvSpPr>
          <p:spPr>
            <a:xfrm>
              <a:off x="2172346" y="2526100"/>
              <a:ext cx="7945818" cy="30243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90000" bIns="90000" rtlCol="0" anchor="b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n"/>
              </a:pPr>
              <a:r>
                <a:rPr kumimoji="1" lang="zh-CN" altLang="en-US" sz="2400" b="1" dirty="0"/>
                <a:t>实现对电机转速的控制</a:t>
              </a:r>
              <a:endParaRPr kumimoji="1" lang="en-US" altLang="zh-CN" sz="2400" b="1" dirty="0"/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n"/>
              </a:pPr>
              <a:r>
                <a:rPr kumimoji="1" lang="zh-CN" altLang="en-US" sz="2400" b="1" dirty="0"/>
                <a:t>可以做到随改随变</a:t>
              </a:r>
              <a:endParaRPr kumimoji="1" lang="en-US" altLang="zh-CN" sz="2400" b="1" dirty="0"/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n"/>
              </a:pPr>
              <a:r>
                <a:rPr kumimoji="1" lang="zh-CN" altLang="en-US" sz="2400" b="1" dirty="0"/>
                <a:t>可以根据负载变化自动调节转矩</a:t>
              </a:r>
              <a:endParaRPr kumimoji="1" lang="en-US" altLang="zh-CN" sz="2400" b="1" dirty="0"/>
            </a:p>
            <a:p>
              <a:pPr marL="342900" indent="-342900">
                <a:lnSpc>
                  <a:spcPct val="200000"/>
                </a:lnSpc>
                <a:buFont typeface="Wingdings" panose="05000000000000000000" pitchFamily="2" charset="2"/>
                <a:buChar char="n"/>
              </a:pPr>
              <a:r>
                <a:rPr kumimoji="1" lang="zh-CN" altLang="en-US" sz="2400" b="1" dirty="0"/>
                <a:t>保证负载变化对电机转速的影响降至最低</a:t>
              </a:r>
              <a:endParaRPr kumimoji="1" lang="en-US" altLang="zh-CN" sz="2400" b="1" dirty="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1B9E5DA-D0A0-2E8B-E4E4-16DEEA91441B}"/>
                </a:ext>
              </a:extLst>
            </p:cNvPr>
            <p:cNvSpPr/>
            <p:nvPr/>
          </p:nvSpPr>
          <p:spPr>
            <a:xfrm>
              <a:off x="4757682" y="1922909"/>
              <a:ext cx="2676635" cy="2705099"/>
            </a:xfrm>
            <a:prstGeom prst="rect">
              <a:avLst/>
            </a:prstGeom>
            <a:noFill/>
            <a:ln w="50800">
              <a:noFill/>
            </a:ln>
            <a:effectLst>
              <a:outerShdw blurRad="254000" dist="127000" dir="2700000" algn="tl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endParaRPr kumimoji="1" lang="en-US" altLang="zh-CN" sz="1200" dirty="0">
                <a:solidFill>
                  <a:schemeClr val="bg1"/>
                </a:solidFill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16F9D388-4E54-4883-F06C-3BF98AEE64EA}"/>
                </a:ext>
              </a:extLst>
            </p:cNvPr>
            <p:cNvSpPr/>
            <p:nvPr/>
          </p:nvSpPr>
          <p:spPr>
            <a:xfrm>
              <a:off x="1345324" y="1922909"/>
              <a:ext cx="9501352" cy="4211191"/>
            </a:xfrm>
            <a:prstGeom prst="rect">
              <a:avLst/>
            </a:prstGeom>
            <a:noFill/>
            <a:ln w="19050">
              <a:solidFill>
                <a:schemeClr val="tx2">
                  <a:alpha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endParaRPr kumimoji="1" lang="en-US" altLang="zh-CN" sz="1200" dirty="0">
                <a:solidFill>
                  <a:schemeClr val="bg1"/>
                </a:solidFill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EE22B8D-DBC1-DC5D-2A2F-46526962FB2E}"/>
                </a:ext>
              </a:extLst>
            </p:cNvPr>
            <p:cNvSpPr/>
            <p:nvPr/>
          </p:nvSpPr>
          <p:spPr>
            <a:xfrm>
              <a:off x="1345324" y="1492469"/>
              <a:ext cx="9501352" cy="34578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标题 2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控制要求</a:t>
            </a:r>
          </a:p>
        </p:txBody>
      </p:sp>
    </p:spTree>
    <p:extLst>
      <p:ext uri="{BB962C8B-B14F-4D97-AF65-F5344CB8AC3E}">
        <p14:creationId xmlns:p14="http://schemas.microsoft.com/office/powerpoint/2010/main" val="4216504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02.系统核心要素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请在此输入章节副标题，用于进一步阐释和说明</a:t>
            </a:r>
          </a:p>
        </p:txBody>
      </p:sp>
    </p:spTree>
    <p:extLst>
      <p:ext uri="{BB962C8B-B14F-4D97-AF65-F5344CB8AC3E}">
        <p14:creationId xmlns:p14="http://schemas.microsoft.com/office/powerpoint/2010/main" val="3474869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形 40" descr="前引号">
            <a:extLst>
              <a:ext uri="{FF2B5EF4-FFF2-40B4-BE49-F238E27FC236}">
                <a16:creationId xmlns:a16="http://schemas.microsoft.com/office/drawing/2014/main" id="{51405661-8DC3-09A9-3D68-1C11C490A2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676" y="871390"/>
            <a:ext cx="914400" cy="914400"/>
          </a:xfrm>
          <a:prstGeom prst="rect">
            <a:avLst/>
          </a:prstGeom>
        </p:spPr>
      </p:pic>
      <p:sp>
        <p:nvSpPr>
          <p:cNvPr id="43" name="标题 4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err="1"/>
              <a:t>控制原理概述</a:t>
            </a:r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319F0DD-171D-9705-F7CF-CCA50B1DE0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0" y="2143427"/>
            <a:ext cx="12109190" cy="368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371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1"/>
            <a:ext cx="12192001" cy="6857999"/>
            <a:chOff x="0" y="1"/>
            <a:chExt cx="12192001" cy="6857999"/>
          </a:xfrm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DBECE609-EAA0-4728-AE72-49329E3A1489}"/>
                </a:ext>
              </a:extLst>
            </p:cNvPr>
            <p:cNvGrpSpPr/>
            <p:nvPr/>
          </p:nvGrpSpPr>
          <p:grpSpPr>
            <a:xfrm>
              <a:off x="2072214" y="1704433"/>
              <a:ext cx="6625224" cy="1956984"/>
              <a:chOff x="3086331" y="1365420"/>
              <a:chExt cx="6625224" cy="1956984"/>
            </a:xfrm>
          </p:grpSpPr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18F371AE-E185-40E3-A387-D437EFDF5FEB}"/>
                  </a:ext>
                </a:extLst>
              </p:cNvPr>
              <p:cNvSpPr/>
              <p:nvPr/>
            </p:nvSpPr>
            <p:spPr>
              <a:xfrm>
                <a:off x="3086331" y="1521846"/>
                <a:ext cx="540002" cy="540000"/>
              </a:xfrm>
              <a:prstGeom prst="ellipse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A0E325EB-715A-4B11-BA63-DC40EB15FF88}"/>
                  </a:ext>
                </a:extLst>
              </p:cNvPr>
              <p:cNvSpPr txBox="1"/>
              <p:nvPr/>
            </p:nvSpPr>
            <p:spPr>
              <a:xfrm>
                <a:off x="3779171" y="1365420"/>
                <a:ext cx="1210588" cy="338554"/>
              </a:xfrm>
              <a:prstGeom prst="rect">
                <a:avLst/>
              </a:prstGeom>
              <a:noFill/>
            </p:spPr>
            <p:txBody>
              <a:bodyPr wrap="none" rtlCol="0" anchor="b" anchorCtr="0">
                <a:spAutoFit/>
              </a:bodyPr>
              <a:lstStyle/>
              <a:p>
                <a:r>
                  <a:rPr lang="zh-CN" altLang="en-US" sz="1600" b="1" dirty="0"/>
                  <a:t>电流控制环</a:t>
                </a:r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54EEFDA9-844A-4EF1-BB1A-E0B53482BCE9}"/>
                  </a:ext>
                </a:extLst>
              </p:cNvPr>
              <p:cNvSpPr/>
              <p:nvPr/>
            </p:nvSpPr>
            <p:spPr>
              <a:xfrm>
                <a:off x="3779170" y="1755675"/>
                <a:ext cx="5932385" cy="1566729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0000" tIns="90000" rIns="90000" bIns="90000" numCol="1" spcCol="0" rtlCol="0" fromWordArt="0" anchor="t" anchorCtr="0" forceAA="0" compatLnSpc="1">
                <a:no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控制电机的电枢电流（或相电流），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快速响应上层控制指令（如速度或力矩指令），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抑制干扰（比如电压波动或负载扰动）带来的影响，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保证系统的稳定性与动态性能。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1DBE1496-E87B-4F15-ABF0-3105CA76A00B}"/>
                </a:ext>
              </a:extLst>
            </p:cNvPr>
            <p:cNvGrpSpPr/>
            <p:nvPr/>
          </p:nvGrpSpPr>
          <p:grpSpPr>
            <a:xfrm>
              <a:off x="2072214" y="3819954"/>
              <a:ext cx="6361272" cy="1802370"/>
              <a:chOff x="2072214" y="3497539"/>
              <a:chExt cx="6361272" cy="1802370"/>
            </a:xfrm>
          </p:grpSpPr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4DAE6078-FD99-465C-928C-4E7CFD47EC1F}"/>
                  </a:ext>
                </a:extLst>
              </p:cNvPr>
              <p:cNvSpPr/>
              <p:nvPr/>
            </p:nvSpPr>
            <p:spPr>
              <a:xfrm>
                <a:off x="2072214" y="3653965"/>
                <a:ext cx="540002" cy="540000"/>
              </a:xfrm>
              <a:prstGeom prst="ellipse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46D90253-85A1-46CC-830B-6F1996EC7117}"/>
                  </a:ext>
                </a:extLst>
              </p:cNvPr>
              <p:cNvSpPr txBox="1"/>
              <p:nvPr/>
            </p:nvSpPr>
            <p:spPr>
              <a:xfrm>
                <a:off x="2765054" y="3497539"/>
                <a:ext cx="1210588" cy="338554"/>
              </a:xfrm>
              <a:prstGeom prst="rect">
                <a:avLst/>
              </a:prstGeom>
              <a:noFill/>
            </p:spPr>
            <p:txBody>
              <a:bodyPr wrap="none" rtlCol="0" anchor="b" anchorCtr="0">
                <a:spAutoFit/>
              </a:bodyPr>
              <a:lstStyle/>
              <a:p>
                <a:r>
                  <a:rPr lang="zh-CN" altLang="en-US" sz="1600" b="1" dirty="0"/>
                  <a:t>转速控制环</a:t>
                </a:r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695020AE-36A7-41FA-AFEF-9FC8C29ADB8F}"/>
                  </a:ext>
                </a:extLst>
              </p:cNvPr>
              <p:cNvSpPr/>
              <p:nvPr/>
            </p:nvSpPr>
            <p:spPr>
              <a:xfrm>
                <a:off x="2765054" y="3887794"/>
                <a:ext cx="5668432" cy="1412115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0000" tIns="90000" rIns="90000" bIns="90000" numCol="1" spcCol="0" rtlCol="0" fromWordArt="0" anchor="t" anchorCtr="0" forceAA="0" compatLnSpc="1">
                <a:no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保证电机速度稳定在设定值	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 dirty="0">
                    <a:solidFill>
                      <a:schemeClr val="tx1"/>
                    </a:solidFill>
                  </a:rPr>
                  <a:t>能抵抗负载变化</a:t>
                </a:r>
                <a:r>
                  <a:rPr lang="en-US" altLang="zh-CN" sz="1200" dirty="0">
                    <a:solidFill>
                      <a:schemeClr val="tx1"/>
                    </a:solidFill>
                  </a:rPr>
                  <a:t>/</a:t>
                </a:r>
                <a:r>
                  <a:rPr lang="zh-CN" altLang="en-US" sz="1200" dirty="0">
                    <a:solidFill>
                      <a:schemeClr val="tx1"/>
                    </a:solidFill>
                  </a:rPr>
                  <a:t>设定变化，快速恢复速度	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200" dirty="0">
                    <a:solidFill>
                      <a:schemeClr val="tx1"/>
                    </a:solidFill>
                  </a:rPr>
                  <a:t>PI</a:t>
                </a:r>
                <a:r>
                  <a:rPr lang="zh-CN" altLang="en-US" sz="1200" dirty="0">
                    <a:solidFill>
                      <a:schemeClr val="tx1"/>
                    </a:solidFill>
                  </a:rPr>
                  <a:t>控制器 </a:t>
                </a:r>
                <a:r>
                  <a:rPr lang="en-US" altLang="zh-CN" sz="1200" dirty="0">
                    <a:solidFill>
                      <a:schemeClr val="tx1"/>
                    </a:solidFill>
                  </a:rPr>
                  <a:t>+ </a:t>
                </a:r>
                <a:r>
                  <a:rPr lang="zh-CN" altLang="en-US" sz="1200" dirty="0">
                    <a:solidFill>
                      <a:schemeClr val="tx1"/>
                    </a:solidFill>
                  </a:rPr>
                  <a:t>限幅器 </a:t>
                </a:r>
                <a:r>
                  <a:rPr lang="en-US" altLang="zh-CN" sz="1200" dirty="0">
                    <a:solidFill>
                      <a:schemeClr val="tx1"/>
                    </a:solidFill>
                  </a:rPr>
                  <a:t>+ </a:t>
                </a:r>
                <a:r>
                  <a:rPr lang="zh-CN" altLang="en-US" sz="1200" dirty="0">
                    <a:solidFill>
                      <a:schemeClr val="tx1"/>
                    </a:solidFill>
                  </a:rPr>
                  <a:t>输入</a:t>
                </a:r>
                <a:r>
                  <a:rPr lang="en-US" altLang="zh-CN" sz="1200" dirty="0">
                    <a:solidFill>
                      <a:schemeClr val="tx1"/>
                    </a:solidFill>
                  </a:rPr>
                  <a:t>/</a:t>
                </a:r>
                <a:r>
                  <a:rPr lang="zh-CN" altLang="en-US" sz="1200" dirty="0">
                    <a:solidFill>
                      <a:schemeClr val="tx1"/>
                    </a:solidFill>
                  </a:rPr>
                  <a:t>反馈路径连接</a:t>
                </a:r>
                <a:endParaRPr lang="en-US" altLang="zh-CN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0" name="任意多边形: 形状 69">
              <a:extLst>
                <a:ext uri="{FF2B5EF4-FFF2-40B4-BE49-F238E27FC236}">
                  <a16:creationId xmlns:a16="http://schemas.microsoft.com/office/drawing/2014/main" id="{97CAC772-AC40-4052-B8CA-91DE0B13BD7C}"/>
                </a:ext>
              </a:extLst>
            </p:cNvPr>
            <p:cNvSpPr/>
            <p:nvPr/>
          </p:nvSpPr>
          <p:spPr>
            <a:xfrm>
              <a:off x="0" y="4407492"/>
              <a:ext cx="2433631" cy="2450508"/>
            </a:xfrm>
            <a:custGeom>
              <a:avLst/>
              <a:gdLst>
                <a:gd name="connsiteX0" fmla="*/ 0 w 2433631"/>
                <a:gd name="connsiteY0" fmla="*/ 0 h 2450508"/>
                <a:gd name="connsiteX1" fmla="*/ 193932 w 2433631"/>
                <a:gd name="connsiteY1" fmla="*/ 9793 h 2450508"/>
                <a:gd name="connsiteX2" fmla="*/ 2422941 w 2433631"/>
                <a:gd name="connsiteY2" fmla="*/ 2238802 h 2450508"/>
                <a:gd name="connsiteX3" fmla="*/ 2433631 w 2433631"/>
                <a:gd name="connsiteY3" fmla="*/ 2450508 h 2450508"/>
                <a:gd name="connsiteX4" fmla="*/ 1585870 w 2433631"/>
                <a:gd name="connsiteY4" fmla="*/ 2450508 h 2450508"/>
                <a:gd name="connsiteX5" fmla="*/ 1579557 w 2433631"/>
                <a:gd name="connsiteY5" fmla="*/ 2325481 h 2450508"/>
                <a:gd name="connsiteX6" fmla="*/ 107253 w 2433631"/>
                <a:gd name="connsiteY6" fmla="*/ 853176 h 2450508"/>
                <a:gd name="connsiteX7" fmla="*/ 0 w 2433631"/>
                <a:gd name="connsiteY7" fmla="*/ 847761 h 2450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3631" h="2450508">
                  <a:moveTo>
                    <a:pt x="0" y="0"/>
                  </a:moveTo>
                  <a:lnTo>
                    <a:pt x="193932" y="9793"/>
                  </a:lnTo>
                  <a:cubicBezTo>
                    <a:pt x="1369225" y="129151"/>
                    <a:pt x="2303584" y="1063509"/>
                    <a:pt x="2422941" y="2238802"/>
                  </a:cubicBezTo>
                  <a:lnTo>
                    <a:pt x="2433631" y="2450508"/>
                  </a:lnTo>
                  <a:lnTo>
                    <a:pt x="1585870" y="2450508"/>
                  </a:lnTo>
                  <a:lnTo>
                    <a:pt x="1579557" y="2325481"/>
                  </a:lnTo>
                  <a:cubicBezTo>
                    <a:pt x="1500719" y="1549176"/>
                    <a:pt x="883558" y="932014"/>
                    <a:pt x="107253" y="853176"/>
                  </a:cubicBezTo>
                  <a:lnTo>
                    <a:pt x="0" y="847761"/>
                  </a:lnTo>
                  <a:close/>
                </a:path>
              </a:pathLst>
            </a:cu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91FBE2B1-B120-43CD-A654-3B5F22805A4D}"/>
                </a:ext>
              </a:extLst>
            </p:cNvPr>
            <p:cNvSpPr/>
            <p:nvPr/>
          </p:nvSpPr>
          <p:spPr>
            <a:xfrm>
              <a:off x="366870" y="1601613"/>
              <a:ext cx="728461" cy="728458"/>
            </a:xfrm>
            <a:prstGeom prst="ellipse">
              <a:avLst/>
            </a:prstGeom>
            <a:solidFill>
              <a:schemeClr val="accent1">
                <a:alpha val="10000"/>
              </a:schemeClr>
            </a:solidFill>
            <a:ln w="5715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83" name="任意多边形: 形状 82">
              <a:extLst>
                <a:ext uri="{FF2B5EF4-FFF2-40B4-BE49-F238E27FC236}">
                  <a16:creationId xmlns:a16="http://schemas.microsoft.com/office/drawing/2014/main" id="{E515BFA3-6D8C-4E52-9DC2-0C6A3C0887AB}"/>
                </a:ext>
              </a:extLst>
            </p:cNvPr>
            <p:cNvSpPr/>
            <p:nvPr/>
          </p:nvSpPr>
          <p:spPr>
            <a:xfrm>
              <a:off x="8383401" y="1"/>
              <a:ext cx="3808600" cy="3309455"/>
            </a:xfrm>
            <a:custGeom>
              <a:avLst/>
              <a:gdLst>
                <a:gd name="connsiteX0" fmla="*/ 0 w 4100331"/>
                <a:gd name="connsiteY0" fmla="*/ 0 h 3562953"/>
                <a:gd name="connsiteX1" fmla="*/ 1209551 w 4100331"/>
                <a:gd name="connsiteY1" fmla="*/ 0 h 3562953"/>
                <a:gd name="connsiteX2" fmla="*/ 3562953 w 4100331"/>
                <a:gd name="connsiteY2" fmla="*/ 2353402 h 3562953"/>
                <a:gd name="connsiteX3" fmla="*/ 4037246 w 4100331"/>
                <a:gd name="connsiteY3" fmla="*/ 2305589 h 3562953"/>
                <a:gd name="connsiteX4" fmla="*/ 4100331 w 4100331"/>
                <a:gd name="connsiteY4" fmla="*/ 2289368 h 3562953"/>
                <a:gd name="connsiteX5" fmla="*/ 4100331 w 4100331"/>
                <a:gd name="connsiteY5" fmla="*/ 3522564 h 3562953"/>
                <a:gd name="connsiteX6" fmla="*/ 3927244 w 4100331"/>
                <a:gd name="connsiteY6" fmla="*/ 3544558 h 3562953"/>
                <a:gd name="connsiteX7" fmla="*/ 3562953 w 4100331"/>
                <a:gd name="connsiteY7" fmla="*/ 3562953 h 3562953"/>
                <a:gd name="connsiteX8" fmla="*/ 0 w 4100331"/>
                <a:gd name="connsiteY8" fmla="*/ 0 h 3562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00331" h="3562953">
                  <a:moveTo>
                    <a:pt x="0" y="0"/>
                  </a:moveTo>
                  <a:lnTo>
                    <a:pt x="1209551" y="0"/>
                  </a:lnTo>
                  <a:cubicBezTo>
                    <a:pt x="1209551" y="1299748"/>
                    <a:pt x="2263205" y="2353402"/>
                    <a:pt x="3562953" y="2353402"/>
                  </a:cubicBezTo>
                  <a:cubicBezTo>
                    <a:pt x="3725421" y="2353402"/>
                    <a:pt x="3884045" y="2336939"/>
                    <a:pt x="4037246" y="2305589"/>
                  </a:cubicBezTo>
                  <a:lnTo>
                    <a:pt x="4100331" y="2289368"/>
                  </a:lnTo>
                  <a:lnTo>
                    <a:pt x="4100331" y="3522564"/>
                  </a:lnTo>
                  <a:lnTo>
                    <a:pt x="3927244" y="3544558"/>
                  </a:lnTo>
                  <a:cubicBezTo>
                    <a:pt x="3807468" y="3556722"/>
                    <a:pt x="3685938" y="3562953"/>
                    <a:pt x="3562953" y="3562953"/>
                  </a:cubicBezTo>
                  <a:cubicBezTo>
                    <a:pt x="1595188" y="3562953"/>
                    <a:pt x="0" y="1967765"/>
                    <a:pt x="0" y="0"/>
                  </a:cubicBezTo>
                  <a:close/>
                </a:path>
              </a:pathLst>
            </a:custGeom>
            <a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12120" r="-1212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accent2"/>
                </a:solidFill>
                <a:effectLst>
                  <a:outerShdw blurRad="127000" dist="76200" dir="2700000" algn="ctr" rotWithShape="0">
                    <a:schemeClr val="accent2">
                      <a:alpha val="20000"/>
                    </a:schemeClr>
                  </a:outerShdw>
                </a:effectLst>
              </a:endParaRPr>
            </a:p>
          </p:txBody>
        </p:sp>
      </p:grpSp>
      <p:sp>
        <p:nvSpPr>
          <p:cNvPr id="87" name="标题 8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系统组成模块</a:t>
            </a:r>
          </a:p>
        </p:txBody>
      </p:sp>
    </p:spTree>
    <p:extLst>
      <p:ext uri="{BB962C8B-B14F-4D97-AF65-F5344CB8AC3E}">
        <p14:creationId xmlns:p14="http://schemas.microsoft.com/office/powerpoint/2010/main" val="319656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03.实际展示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请在此输入章节副标题，用于进一步阐释和说明</a:t>
            </a:r>
          </a:p>
        </p:txBody>
      </p:sp>
    </p:spTree>
    <p:extLst>
      <p:ext uri="{BB962C8B-B14F-4D97-AF65-F5344CB8AC3E}">
        <p14:creationId xmlns:p14="http://schemas.microsoft.com/office/powerpoint/2010/main" val="995278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圆顶角 30">
            <a:extLst>
              <a:ext uri="{FF2B5EF4-FFF2-40B4-BE49-F238E27FC236}">
                <a16:creationId xmlns:a16="http://schemas.microsoft.com/office/drawing/2014/main" id="{1559A798-791E-4672-71C5-CA9C67860B14}"/>
              </a:ext>
            </a:extLst>
          </p:cNvPr>
          <p:cNvSpPr/>
          <p:nvPr/>
        </p:nvSpPr>
        <p:spPr>
          <a:xfrm rot="10800000" flipV="1">
            <a:off x="0" y="2048719"/>
            <a:ext cx="12192000" cy="4809281"/>
          </a:xfrm>
          <a:prstGeom prst="round2SameRect">
            <a:avLst>
              <a:gd name="adj1" fmla="val 24607"/>
              <a:gd name="adj2" fmla="val 0"/>
            </a:avLst>
          </a:prstGeom>
          <a:solidFill>
            <a:schemeClr val="bg2">
              <a:lumMod val="90000"/>
              <a:alpha val="15000"/>
            </a:schemeClr>
          </a:solidFill>
          <a:ln w="38100">
            <a:noFill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6F15773-5DDC-D802-8DB5-2B6D3CEA6DDD}"/>
              </a:ext>
            </a:extLst>
          </p:cNvPr>
          <p:cNvGrpSpPr/>
          <p:nvPr/>
        </p:nvGrpSpPr>
        <p:grpSpPr>
          <a:xfrm>
            <a:off x="1121884" y="1028699"/>
            <a:ext cx="10409716" cy="1936923"/>
            <a:chOff x="-1577042" y="3224701"/>
            <a:chExt cx="9738168" cy="1713111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1C1AFFB3-7F25-B2F1-47A9-D17F7D07E402}"/>
                </a:ext>
              </a:extLst>
            </p:cNvPr>
            <p:cNvSpPr txBox="1"/>
            <p:nvPr/>
          </p:nvSpPr>
          <p:spPr>
            <a:xfrm>
              <a:off x="2994958" y="3224701"/>
              <a:ext cx="594166" cy="594166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</p:spPr>
          <p:txBody>
            <a:bodyPr wrap="none" lIns="108000" tIns="108000" rIns="108000" bIns="108000" rtlCol="0" anchor="ctr" anchorCtr="0">
              <a:noAutofit/>
            </a:bodyPr>
            <a:lstStyle/>
            <a:p>
              <a:pPr algn="ctr"/>
              <a:endParaRPr kumimoji="1"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72E8397D-C075-2DDB-A77E-BAF209440CD9}"/>
                </a:ext>
              </a:extLst>
            </p:cNvPr>
            <p:cNvGrpSpPr/>
            <p:nvPr/>
          </p:nvGrpSpPr>
          <p:grpSpPr>
            <a:xfrm>
              <a:off x="-1577042" y="4131913"/>
              <a:ext cx="9738168" cy="805899"/>
              <a:chOff x="-1577042" y="3634073"/>
              <a:chExt cx="9738168" cy="805899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324F6586-8F85-7535-F90A-5D4F72618AF8}"/>
                  </a:ext>
                </a:extLst>
              </p:cNvPr>
              <p:cNvSpPr/>
              <p:nvPr/>
            </p:nvSpPr>
            <p:spPr>
              <a:xfrm>
                <a:off x="-1577042" y="4064420"/>
                <a:ext cx="9738168" cy="37555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endParaRPr lang="en-US" altLang="zh-CN" sz="1400" b="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5F47802-23B4-9553-3BDB-5D5B1ECF6E0B}"/>
                  </a:ext>
                </a:extLst>
              </p:cNvPr>
              <p:cNvSpPr txBox="1"/>
              <p:nvPr/>
            </p:nvSpPr>
            <p:spPr>
              <a:xfrm>
                <a:off x="20265" y="3634073"/>
                <a:ext cx="6543554" cy="40832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0">
                <a:spAutoFit/>
              </a:bodyPr>
              <a:lstStyle/>
              <a:p>
                <a:pPr algn="ctr"/>
                <a:r>
                  <a:rPr kumimoji="1" lang="en-US" altLang="zh-CN" sz="2400" b="1" dirty="0">
                    <a:solidFill>
                      <a:schemeClr val="tx1"/>
                    </a:solidFill>
                  </a:rPr>
                  <a:t>IN1，IN2，load</a:t>
                </a:r>
                <a:r>
                  <a:rPr kumimoji="1" lang="zh-CN" altLang="en-US" sz="2400" b="1" dirty="0">
                    <a:solidFill>
                      <a:schemeClr val="tx1"/>
                    </a:solidFill>
                  </a:rPr>
                  <a:t>，</a:t>
                </a:r>
                <a:r>
                  <a:rPr kumimoji="1" lang="en-US" altLang="zh-CN" sz="2400" b="1" dirty="0">
                    <a:solidFill>
                      <a:schemeClr val="tx1"/>
                    </a:solidFill>
                  </a:rPr>
                  <a:t>PIDs</a:t>
                </a:r>
              </a:p>
            </p:txBody>
          </p:sp>
        </p:grpSp>
      </p:grpSp>
      <p:sp>
        <p:nvSpPr>
          <p:cNvPr id="33" name="标题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确定参数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8E572BF-7709-0CCE-81CB-1E04C4A98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635336"/>
              </p:ext>
            </p:extLst>
          </p:nvPr>
        </p:nvGraphicFramePr>
        <p:xfrm>
          <a:off x="3137598" y="2753313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4183239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65575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02101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输入</a:t>
                      </a:r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输入</a:t>
                      </a:r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负载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360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T=1,P</a:t>
                      </a:r>
                      <a:r>
                        <a:rPr lang="en-US" altLang="zh-CN" baseline="0" dirty="0"/>
                        <a:t>0=0,P1=3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T=5,P0=0,P1=2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T=4,P0=0,P1=10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80705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FC5A329-1B0B-BBE4-923A-1C784B8E8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45887"/>
              </p:ext>
            </p:extLst>
          </p:nvPr>
        </p:nvGraphicFramePr>
        <p:xfrm>
          <a:off x="3137598" y="3707301"/>
          <a:ext cx="6096000" cy="1248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34085793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521247138"/>
                    </a:ext>
                  </a:extLst>
                </a:gridCol>
              </a:tblGrid>
              <a:tr h="41614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PID(CURRENT)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PID(ROTATION SPEED)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106070"/>
                  </a:ext>
                </a:extLst>
              </a:tr>
              <a:tr h="41614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P=0.28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P=0.025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552266"/>
                  </a:ext>
                </a:extLst>
              </a:tr>
              <a:tr h="41614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I=25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P=0.5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872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2789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7386C7CF-A3F1-D0EB-4AC4-F5C9ED3D505E}"/>
              </a:ext>
            </a:extLst>
          </p:cNvPr>
          <p:cNvSpPr/>
          <p:nvPr/>
        </p:nvSpPr>
        <p:spPr bwMode="auto">
          <a:xfrm>
            <a:off x="0" y="1028700"/>
            <a:ext cx="12192000" cy="5829300"/>
          </a:xfrm>
          <a:custGeom>
            <a:avLst/>
            <a:gdLst>
              <a:gd name="connsiteX0" fmla="*/ 6095999 w 12192000"/>
              <a:gd name="connsiteY0" fmla="*/ 0 h 6279156"/>
              <a:gd name="connsiteX1" fmla="*/ 10943934 w 12192000"/>
              <a:gd name="connsiteY1" fmla="*/ 1732149 h 6279156"/>
              <a:gd name="connsiteX2" fmla="*/ 11998718 w 12192000"/>
              <a:gd name="connsiteY2" fmla="*/ 2546084 h 6279156"/>
              <a:gd name="connsiteX3" fmla="*/ 12192000 w 12192000"/>
              <a:gd name="connsiteY3" fmla="*/ 2724355 h 6279156"/>
              <a:gd name="connsiteX4" fmla="*/ 12192000 w 12192000"/>
              <a:gd name="connsiteY4" fmla="*/ 6279156 h 6279156"/>
              <a:gd name="connsiteX5" fmla="*/ 0 w 12192000"/>
              <a:gd name="connsiteY5" fmla="*/ 6279156 h 6279156"/>
              <a:gd name="connsiteX6" fmla="*/ 0 w 12192000"/>
              <a:gd name="connsiteY6" fmla="*/ 2724353 h 6279156"/>
              <a:gd name="connsiteX7" fmla="*/ 193280 w 12192000"/>
              <a:gd name="connsiteY7" fmla="*/ 2546084 h 6279156"/>
              <a:gd name="connsiteX8" fmla="*/ 1248064 w 12192000"/>
              <a:gd name="connsiteY8" fmla="*/ 1732149 h 6279156"/>
              <a:gd name="connsiteX9" fmla="*/ 6095999 w 12192000"/>
              <a:gd name="connsiteY9" fmla="*/ 0 h 6279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279156">
                <a:moveTo>
                  <a:pt x="6095999" y="0"/>
                </a:moveTo>
                <a:cubicBezTo>
                  <a:pt x="7529528" y="0"/>
                  <a:pt x="9354020" y="649556"/>
                  <a:pt x="10943934" y="1732149"/>
                </a:cubicBezTo>
                <a:cubicBezTo>
                  <a:pt x="11334896" y="1996429"/>
                  <a:pt x="11688392" y="2270262"/>
                  <a:pt x="11998718" y="2546084"/>
                </a:cubicBezTo>
                <a:lnTo>
                  <a:pt x="12192000" y="2724355"/>
                </a:lnTo>
                <a:lnTo>
                  <a:pt x="12192000" y="6279156"/>
                </a:lnTo>
                <a:lnTo>
                  <a:pt x="0" y="6279156"/>
                </a:lnTo>
                <a:lnTo>
                  <a:pt x="0" y="2724353"/>
                </a:lnTo>
                <a:lnTo>
                  <a:pt x="193280" y="2546084"/>
                </a:lnTo>
                <a:cubicBezTo>
                  <a:pt x="503607" y="2270262"/>
                  <a:pt x="857102" y="1996429"/>
                  <a:pt x="1248064" y="1732149"/>
                </a:cubicBezTo>
                <a:cubicBezTo>
                  <a:pt x="2837979" y="649556"/>
                  <a:pt x="4662470" y="0"/>
                  <a:pt x="6095999" y="0"/>
                </a:cubicBezTo>
                <a:close/>
              </a:path>
            </a:pathLst>
          </a:custGeom>
          <a:solidFill>
            <a:schemeClr val="tx1">
              <a:lumMod val="25000"/>
              <a:lumOff val="75000"/>
              <a:alpha val="10000"/>
            </a:schemeClr>
          </a:solidFill>
          <a:ln w="60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3600" dirty="0">
              <a:solidFill>
                <a:schemeClr val="tx1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C5EA88A-A4CF-4573-85D4-1CBA64492407}"/>
              </a:ext>
            </a:extLst>
          </p:cNvPr>
          <p:cNvGrpSpPr>
            <a:grpSpLocks/>
          </p:cNvGrpSpPr>
          <p:nvPr/>
        </p:nvGrpSpPr>
        <p:grpSpPr>
          <a:xfrm>
            <a:off x="5659393" y="322178"/>
            <a:ext cx="860513" cy="860510"/>
            <a:chOff x="4181030" y="2419251"/>
            <a:chExt cx="540002" cy="540000"/>
          </a:xfrm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3F095B91-5B97-486C-8DD7-D73DDC094066}"/>
                </a:ext>
              </a:extLst>
            </p:cNvPr>
            <p:cNvSpPr/>
            <p:nvPr/>
          </p:nvSpPr>
          <p:spPr>
            <a:xfrm>
              <a:off x="4181030" y="2419251"/>
              <a:ext cx="540002" cy="540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sz="3600" dirty="0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7F51B80D-0D2C-42EC-9F37-8491DFE4EDF2}"/>
                </a:ext>
              </a:extLst>
            </p:cNvPr>
            <p:cNvSpPr/>
            <p:nvPr/>
          </p:nvSpPr>
          <p:spPr>
            <a:xfrm>
              <a:off x="4344146" y="2580446"/>
              <a:ext cx="213771" cy="234327"/>
            </a:xfrm>
            <a:custGeom>
              <a:avLst/>
              <a:gdLst>
                <a:gd name="connsiteX0" fmla="*/ 248770 w 495300"/>
                <a:gd name="connsiteY0" fmla="*/ 621 h 542925"/>
                <a:gd name="connsiteX1" fmla="*/ 496420 w 495300"/>
                <a:gd name="connsiteY1" fmla="*/ 248271 h 542925"/>
                <a:gd name="connsiteX2" fmla="*/ 323827 w 495300"/>
                <a:gd name="connsiteY2" fmla="*/ 484396 h 542925"/>
                <a:gd name="connsiteX3" fmla="*/ 346973 w 495300"/>
                <a:gd name="connsiteY3" fmla="*/ 524496 h 542925"/>
                <a:gd name="connsiteX4" fmla="*/ 420220 w 495300"/>
                <a:gd name="connsiteY4" fmla="*/ 524496 h 542925"/>
                <a:gd name="connsiteX5" fmla="*/ 420220 w 495300"/>
                <a:gd name="connsiteY5" fmla="*/ 543546 h 542925"/>
                <a:gd name="connsiteX6" fmla="*/ 77320 w 495300"/>
                <a:gd name="connsiteY6" fmla="*/ 543546 h 542925"/>
                <a:gd name="connsiteX7" fmla="*/ 77320 w 495300"/>
                <a:gd name="connsiteY7" fmla="*/ 524496 h 542925"/>
                <a:gd name="connsiteX8" fmla="*/ 150567 w 495300"/>
                <a:gd name="connsiteY8" fmla="*/ 524496 h 542925"/>
                <a:gd name="connsiteX9" fmla="*/ 173713 w 495300"/>
                <a:gd name="connsiteY9" fmla="*/ 484396 h 542925"/>
                <a:gd name="connsiteX10" fmla="*/ 1120 w 495300"/>
                <a:gd name="connsiteY10" fmla="*/ 248271 h 542925"/>
                <a:gd name="connsiteX11" fmla="*/ 248770 w 495300"/>
                <a:gd name="connsiteY11" fmla="*/ 621 h 542925"/>
                <a:gd name="connsiteX12" fmla="*/ 192763 w 495300"/>
                <a:gd name="connsiteY12" fmla="*/ 489539 h 542925"/>
                <a:gd name="connsiteX13" fmla="*/ 172570 w 495300"/>
                <a:gd name="connsiteY13" fmla="*/ 524496 h 542925"/>
                <a:gd name="connsiteX14" fmla="*/ 324970 w 495300"/>
                <a:gd name="connsiteY14" fmla="*/ 524496 h 542925"/>
                <a:gd name="connsiteX15" fmla="*/ 304777 w 495300"/>
                <a:gd name="connsiteY15" fmla="*/ 489539 h 542925"/>
                <a:gd name="connsiteX16" fmla="*/ 248770 w 495300"/>
                <a:gd name="connsiteY16" fmla="*/ 495921 h 542925"/>
                <a:gd name="connsiteX17" fmla="*/ 192763 w 495300"/>
                <a:gd name="connsiteY17" fmla="*/ 489539 h 542925"/>
                <a:gd name="connsiteX18" fmla="*/ 248770 w 495300"/>
                <a:gd name="connsiteY18" fmla="*/ 143496 h 542925"/>
                <a:gd name="connsiteX19" fmla="*/ 143995 w 495300"/>
                <a:gd name="connsiteY19" fmla="*/ 248271 h 542925"/>
                <a:gd name="connsiteX20" fmla="*/ 248770 w 495300"/>
                <a:gd name="connsiteY20" fmla="*/ 353046 h 542925"/>
                <a:gd name="connsiteX21" fmla="*/ 353545 w 495300"/>
                <a:gd name="connsiteY21" fmla="*/ 248271 h 542925"/>
                <a:gd name="connsiteX22" fmla="*/ 248770 w 495300"/>
                <a:gd name="connsiteY22" fmla="*/ 143496 h 542925"/>
                <a:gd name="connsiteX23" fmla="*/ 367833 w 495300"/>
                <a:gd name="connsiteY23" fmla="*/ 114921 h 542925"/>
                <a:gd name="connsiteX24" fmla="*/ 353545 w 495300"/>
                <a:gd name="connsiteY24" fmla="*/ 129209 h 542925"/>
                <a:gd name="connsiteX25" fmla="*/ 367833 w 495300"/>
                <a:gd name="connsiteY25" fmla="*/ 143496 h 542925"/>
                <a:gd name="connsiteX26" fmla="*/ 382120 w 495300"/>
                <a:gd name="connsiteY26" fmla="*/ 129209 h 542925"/>
                <a:gd name="connsiteX27" fmla="*/ 367833 w 495300"/>
                <a:gd name="connsiteY27" fmla="*/ 114921 h 54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549" y="621"/>
                    <a:pt x="496420" y="111492"/>
                    <a:pt x="496420" y="248271"/>
                  </a:cubicBezTo>
                  <a:cubicBezTo>
                    <a:pt x="496420" y="358856"/>
                    <a:pt x="423935" y="452582"/>
                    <a:pt x="323827" y="484396"/>
                  </a:cubicBezTo>
                  <a:lnTo>
                    <a:pt x="346973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567" y="524496"/>
                  </a:lnTo>
                  <a:lnTo>
                    <a:pt x="173713" y="484396"/>
                  </a:lnTo>
                  <a:cubicBezTo>
                    <a:pt x="73605" y="452582"/>
                    <a:pt x="1120" y="358856"/>
                    <a:pt x="1120" y="248271"/>
                  </a:cubicBezTo>
                  <a:cubicBezTo>
                    <a:pt x="1120" y="111492"/>
                    <a:pt x="111991" y="621"/>
                    <a:pt x="248770" y="621"/>
                  </a:cubicBezTo>
                  <a:close/>
                  <a:moveTo>
                    <a:pt x="192763" y="489539"/>
                  </a:moveTo>
                  <a:lnTo>
                    <a:pt x="172570" y="524496"/>
                  </a:lnTo>
                  <a:lnTo>
                    <a:pt x="324970" y="524496"/>
                  </a:lnTo>
                  <a:lnTo>
                    <a:pt x="304777" y="489539"/>
                  </a:lnTo>
                  <a:cubicBezTo>
                    <a:pt x="286775" y="493730"/>
                    <a:pt x="268010" y="495921"/>
                    <a:pt x="248770" y="495921"/>
                  </a:cubicBezTo>
                  <a:cubicBezTo>
                    <a:pt x="229530" y="495921"/>
                    <a:pt x="210765" y="493730"/>
                    <a:pt x="192763" y="489539"/>
                  </a:cubicBezTo>
                  <a:close/>
                  <a:moveTo>
                    <a:pt x="248770" y="143496"/>
                  </a:moveTo>
                  <a:cubicBezTo>
                    <a:pt x="190858" y="143496"/>
                    <a:pt x="143995" y="190359"/>
                    <a:pt x="143995" y="248271"/>
                  </a:cubicBezTo>
                  <a:cubicBezTo>
                    <a:pt x="143995" y="306183"/>
                    <a:pt x="190858" y="353046"/>
                    <a:pt x="248770" y="353046"/>
                  </a:cubicBezTo>
                  <a:cubicBezTo>
                    <a:pt x="306682" y="353046"/>
                    <a:pt x="353545" y="306183"/>
                    <a:pt x="353545" y="248271"/>
                  </a:cubicBezTo>
                  <a:cubicBezTo>
                    <a:pt x="353545" y="190359"/>
                    <a:pt x="306682" y="143496"/>
                    <a:pt x="248770" y="143496"/>
                  </a:cubicBezTo>
                  <a:close/>
                  <a:moveTo>
                    <a:pt x="367833" y="114921"/>
                  </a:moveTo>
                  <a:cubicBezTo>
                    <a:pt x="359927" y="114921"/>
                    <a:pt x="353545" y="121303"/>
                    <a:pt x="353545" y="129209"/>
                  </a:cubicBezTo>
                  <a:cubicBezTo>
                    <a:pt x="353545" y="137114"/>
                    <a:pt x="359927" y="143496"/>
                    <a:pt x="367833" y="143496"/>
                  </a:cubicBezTo>
                  <a:cubicBezTo>
                    <a:pt x="375738" y="143496"/>
                    <a:pt x="382120" y="137114"/>
                    <a:pt x="382120" y="129209"/>
                  </a:cubicBezTo>
                  <a:cubicBezTo>
                    <a:pt x="382120" y="121303"/>
                    <a:pt x="375738" y="114921"/>
                    <a:pt x="367833" y="114921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zh-CN" altLang="en-US" sz="4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01553AB-0E7A-EC02-BB8E-E062C79BE3B3}"/>
              </a:ext>
            </a:extLst>
          </p:cNvPr>
          <p:cNvGrpSpPr/>
          <p:nvPr/>
        </p:nvGrpSpPr>
        <p:grpSpPr>
          <a:xfrm>
            <a:off x="808990" y="2606457"/>
            <a:ext cx="10574021" cy="3502587"/>
            <a:chOff x="944879" y="2606457"/>
            <a:chExt cx="10574021" cy="350258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82E5FA8-37FD-878D-7046-BE04FB56CE38}"/>
                </a:ext>
              </a:extLst>
            </p:cNvPr>
            <p:cNvSpPr txBox="1"/>
            <p:nvPr/>
          </p:nvSpPr>
          <p:spPr>
            <a:xfrm flipH="1" flipV="1">
              <a:off x="10887632" y="5667833"/>
              <a:ext cx="631268" cy="441211"/>
            </a:xfrm>
            <a:custGeom>
              <a:avLst/>
              <a:gdLst/>
              <a:ahLst/>
              <a:cxnLst/>
              <a:rect l="l" t="t" r="r" b="b"/>
              <a:pathLst>
                <a:path w="518207" h="362188">
                  <a:moveTo>
                    <a:pt x="409551" y="0"/>
                  </a:moveTo>
                  <a:cubicBezTo>
                    <a:pt x="419581" y="0"/>
                    <a:pt x="431654" y="4272"/>
                    <a:pt x="445770" y="12816"/>
                  </a:cubicBezTo>
                  <a:cubicBezTo>
                    <a:pt x="459886" y="21360"/>
                    <a:pt x="466944" y="30275"/>
                    <a:pt x="466944" y="39562"/>
                  </a:cubicBezTo>
                  <a:cubicBezTo>
                    <a:pt x="466944" y="48849"/>
                    <a:pt x="463229" y="60922"/>
                    <a:pt x="455799" y="75781"/>
                  </a:cubicBezTo>
                  <a:cubicBezTo>
                    <a:pt x="448370" y="90640"/>
                    <a:pt x="444655" y="103270"/>
                    <a:pt x="444655" y="113671"/>
                  </a:cubicBezTo>
                  <a:cubicBezTo>
                    <a:pt x="444655" y="124816"/>
                    <a:pt x="449484" y="133359"/>
                    <a:pt x="459143" y="139303"/>
                  </a:cubicBezTo>
                  <a:cubicBezTo>
                    <a:pt x="475488" y="148218"/>
                    <a:pt x="489418" y="162149"/>
                    <a:pt x="500934" y="181094"/>
                  </a:cubicBezTo>
                  <a:cubicBezTo>
                    <a:pt x="512449" y="200039"/>
                    <a:pt x="518207" y="219913"/>
                    <a:pt x="518207" y="240716"/>
                  </a:cubicBezTo>
                  <a:cubicBezTo>
                    <a:pt x="518207" y="273406"/>
                    <a:pt x="506877" y="301823"/>
                    <a:pt x="484217" y="325969"/>
                  </a:cubicBezTo>
                  <a:cubicBezTo>
                    <a:pt x="461557" y="350115"/>
                    <a:pt x="432582" y="362188"/>
                    <a:pt x="397292" y="362188"/>
                  </a:cubicBezTo>
                  <a:cubicBezTo>
                    <a:pt x="362002" y="362188"/>
                    <a:pt x="333213" y="350487"/>
                    <a:pt x="310924" y="327084"/>
                  </a:cubicBezTo>
                  <a:cubicBezTo>
                    <a:pt x="288636" y="303681"/>
                    <a:pt x="277491" y="276377"/>
                    <a:pt x="277491" y="245173"/>
                  </a:cubicBezTo>
                  <a:cubicBezTo>
                    <a:pt x="277491" y="230314"/>
                    <a:pt x="282321" y="210626"/>
                    <a:pt x="291979" y="186109"/>
                  </a:cubicBezTo>
                  <a:cubicBezTo>
                    <a:pt x="301637" y="161592"/>
                    <a:pt x="315568" y="129830"/>
                    <a:pt x="333770" y="90826"/>
                  </a:cubicBezTo>
                  <a:cubicBezTo>
                    <a:pt x="351972" y="51821"/>
                    <a:pt x="363674" y="28418"/>
                    <a:pt x="368874" y="20617"/>
                  </a:cubicBezTo>
                  <a:cubicBezTo>
                    <a:pt x="374075" y="12816"/>
                    <a:pt x="379647" y="7429"/>
                    <a:pt x="385591" y="4458"/>
                  </a:cubicBezTo>
                  <a:cubicBezTo>
                    <a:pt x="391534" y="1486"/>
                    <a:pt x="399521" y="0"/>
                    <a:pt x="409551" y="0"/>
                  </a:cubicBezTo>
                  <a:close/>
                  <a:moveTo>
                    <a:pt x="132059" y="0"/>
                  </a:moveTo>
                  <a:cubicBezTo>
                    <a:pt x="142089" y="0"/>
                    <a:pt x="154162" y="4272"/>
                    <a:pt x="168278" y="12816"/>
                  </a:cubicBezTo>
                  <a:cubicBezTo>
                    <a:pt x="182394" y="21360"/>
                    <a:pt x="189452" y="30275"/>
                    <a:pt x="189452" y="39562"/>
                  </a:cubicBezTo>
                  <a:cubicBezTo>
                    <a:pt x="189452" y="48849"/>
                    <a:pt x="185737" y="60922"/>
                    <a:pt x="178308" y="75781"/>
                  </a:cubicBezTo>
                  <a:cubicBezTo>
                    <a:pt x="170878" y="90640"/>
                    <a:pt x="167163" y="103270"/>
                    <a:pt x="167163" y="113671"/>
                  </a:cubicBezTo>
                  <a:cubicBezTo>
                    <a:pt x="167163" y="124816"/>
                    <a:pt x="171993" y="133359"/>
                    <a:pt x="181651" y="139303"/>
                  </a:cubicBezTo>
                  <a:cubicBezTo>
                    <a:pt x="197996" y="148218"/>
                    <a:pt x="211926" y="162149"/>
                    <a:pt x="223442" y="181094"/>
                  </a:cubicBezTo>
                  <a:cubicBezTo>
                    <a:pt x="234958" y="200039"/>
                    <a:pt x="240715" y="219913"/>
                    <a:pt x="240715" y="240716"/>
                  </a:cubicBezTo>
                  <a:cubicBezTo>
                    <a:pt x="240715" y="273406"/>
                    <a:pt x="229385" y="301823"/>
                    <a:pt x="206725" y="325969"/>
                  </a:cubicBezTo>
                  <a:cubicBezTo>
                    <a:pt x="184066" y="350115"/>
                    <a:pt x="155090" y="362188"/>
                    <a:pt x="119800" y="362188"/>
                  </a:cubicBezTo>
                  <a:cubicBezTo>
                    <a:pt x="84510" y="362188"/>
                    <a:pt x="55721" y="350487"/>
                    <a:pt x="33432" y="327084"/>
                  </a:cubicBezTo>
                  <a:cubicBezTo>
                    <a:pt x="11144" y="303681"/>
                    <a:pt x="0" y="276377"/>
                    <a:pt x="0" y="245173"/>
                  </a:cubicBezTo>
                  <a:cubicBezTo>
                    <a:pt x="0" y="230314"/>
                    <a:pt x="4829" y="210626"/>
                    <a:pt x="14487" y="186109"/>
                  </a:cubicBezTo>
                  <a:cubicBezTo>
                    <a:pt x="24145" y="161592"/>
                    <a:pt x="38076" y="129830"/>
                    <a:pt x="56278" y="90826"/>
                  </a:cubicBezTo>
                  <a:cubicBezTo>
                    <a:pt x="74480" y="51821"/>
                    <a:pt x="86182" y="28418"/>
                    <a:pt x="91382" y="20617"/>
                  </a:cubicBezTo>
                  <a:cubicBezTo>
                    <a:pt x="96583" y="12816"/>
                    <a:pt x="102155" y="7429"/>
                    <a:pt x="108099" y="4458"/>
                  </a:cubicBezTo>
                  <a:cubicBezTo>
                    <a:pt x="114042" y="1486"/>
                    <a:pt x="122029" y="0"/>
                    <a:pt x="132059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  <a:alpha val="20000"/>
              </a:schemeClr>
            </a:solidFill>
            <a:ln w="5715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algn="ctr" defTabSz="913765">
                <a:defRPr sz="20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FF8DAC3-8218-0222-C8D7-CDE6C1400635}"/>
                </a:ext>
              </a:extLst>
            </p:cNvPr>
            <p:cNvSpPr txBox="1"/>
            <p:nvPr/>
          </p:nvSpPr>
          <p:spPr>
            <a:xfrm>
              <a:off x="944879" y="2606457"/>
              <a:ext cx="631268" cy="441211"/>
            </a:xfrm>
            <a:custGeom>
              <a:avLst/>
              <a:gdLst/>
              <a:ahLst/>
              <a:cxnLst/>
              <a:rect l="l" t="t" r="r" b="b"/>
              <a:pathLst>
                <a:path w="518207" h="362188">
                  <a:moveTo>
                    <a:pt x="409551" y="0"/>
                  </a:moveTo>
                  <a:cubicBezTo>
                    <a:pt x="419581" y="0"/>
                    <a:pt x="431654" y="4272"/>
                    <a:pt x="445770" y="12816"/>
                  </a:cubicBezTo>
                  <a:cubicBezTo>
                    <a:pt x="459886" y="21360"/>
                    <a:pt x="466944" y="30275"/>
                    <a:pt x="466944" y="39562"/>
                  </a:cubicBezTo>
                  <a:cubicBezTo>
                    <a:pt x="466944" y="48849"/>
                    <a:pt x="463229" y="60922"/>
                    <a:pt x="455799" y="75781"/>
                  </a:cubicBezTo>
                  <a:cubicBezTo>
                    <a:pt x="448370" y="90640"/>
                    <a:pt x="444655" y="103270"/>
                    <a:pt x="444655" y="113671"/>
                  </a:cubicBezTo>
                  <a:cubicBezTo>
                    <a:pt x="444655" y="124816"/>
                    <a:pt x="449484" y="133359"/>
                    <a:pt x="459143" y="139303"/>
                  </a:cubicBezTo>
                  <a:cubicBezTo>
                    <a:pt x="475488" y="148218"/>
                    <a:pt x="489418" y="162149"/>
                    <a:pt x="500934" y="181094"/>
                  </a:cubicBezTo>
                  <a:cubicBezTo>
                    <a:pt x="512449" y="200039"/>
                    <a:pt x="518207" y="219913"/>
                    <a:pt x="518207" y="240716"/>
                  </a:cubicBezTo>
                  <a:cubicBezTo>
                    <a:pt x="518207" y="273406"/>
                    <a:pt x="506877" y="301823"/>
                    <a:pt x="484217" y="325969"/>
                  </a:cubicBezTo>
                  <a:cubicBezTo>
                    <a:pt x="461557" y="350115"/>
                    <a:pt x="432582" y="362188"/>
                    <a:pt x="397292" y="362188"/>
                  </a:cubicBezTo>
                  <a:cubicBezTo>
                    <a:pt x="362002" y="362188"/>
                    <a:pt x="333213" y="350487"/>
                    <a:pt x="310924" y="327084"/>
                  </a:cubicBezTo>
                  <a:cubicBezTo>
                    <a:pt x="288636" y="303681"/>
                    <a:pt x="277491" y="276377"/>
                    <a:pt x="277491" y="245173"/>
                  </a:cubicBezTo>
                  <a:cubicBezTo>
                    <a:pt x="277491" y="230314"/>
                    <a:pt x="282321" y="210626"/>
                    <a:pt x="291979" y="186109"/>
                  </a:cubicBezTo>
                  <a:cubicBezTo>
                    <a:pt x="301637" y="161592"/>
                    <a:pt x="315568" y="129830"/>
                    <a:pt x="333770" y="90826"/>
                  </a:cubicBezTo>
                  <a:cubicBezTo>
                    <a:pt x="351972" y="51821"/>
                    <a:pt x="363674" y="28418"/>
                    <a:pt x="368874" y="20617"/>
                  </a:cubicBezTo>
                  <a:cubicBezTo>
                    <a:pt x="374075" y="12816"/>
                    <a:pt x="379647" y="7429"/>
                    <a:pt x="385591" y="4458"/>
                  </a:cubicBezTo>
                  <a:cubicBezTo>
                    <a:pt x="391534" y="1486"/>
                    <a:pt x="399521" y="0"/>
                    <a:pt x="409551" y="0"/>
                  </a:cubicBezTo>
                  <a:close/>
                  <a:moveTo>
                    <a:pt x="132059" y="0"/>
                  </a:moveTo>
                  <a:cubicBezTo>
                    <a:pt x="142089" y="0"/>
                    <a:pt x="154162" y="4272"/>
                    <a:pt x="168278" y="12816"/>
                  </a:cubicBezTo>
                  <a:cubicBezTo>
                    <a:pt x="182394" y="21360"/>
                    <a:pt x="189452" y="30275"/>
                    <a:pt x="189452" y="39562"/>
                  </a:cubicBezTo>
                  <a:cubicBezTo>
                    <a:pt x="189452" y="48849"/>
                    <a:pt x="185737" y="60922"/>
                    <a:pt x="178308" y="75781"/>
                  </a:cubicBezTo>
                  <a:cubicBezTo>
                    <a:pt x="170878" y="90640"/>
                    <a:pt x="167163" y="103270"/>
                    <a:pt x="167163" y="113671"/>
                  </a:cubicBezTo>
                  <a:cubicBezTo>
                    <a:pt x="167163" y="124816"/>
                    <a:pt x="171993" y="133359"/>
                    <a:pt x="181651" y="139303"/>
                  </a:cubicBezTo>
                  <a:cubicBezTo>
                    <a:pt x="197996" y="148218"/>
                    <a:pt x="211926" y="162149"/>
                    <a:pt x="223442" y="181094"/>
                  </a:cubicBezTo>
                  <a:cubicBezTo>
                    <a:pt x="234958" y="200039"/>
                    <a:pt x="240715" y="219913"/>
                    <a:pt x="240715" y="240716"/>
                  </a:cubicBezTo>
                  <a:cubicBezTo>
                    <a:pt x="240715" y="273406"/>
                    <a:pt x="229385" y="301823"/>
                    <a:pt x="206725" y="325969"/>
                  </a:cubicBezTo>
                  <a:cubicBezTo>
                    <a:pt x="184066" y="350115"/>
                    <a:pt x="155090" y="362188"/>
                    <a:pt x="119800" y="362188"/>
                  </a:cubicBezTo>
                  <a:cubicBezTo>
                    <a:pt x="84510" y="362188"/>
                    <a:pt x="55721" y="350487"/>
                    <a:pt x="33432" y="327084"/>
                  </a:cubicBezTo>
                  <a:cubicBezTo>
                    <a:pt x="11144" y="303681"/>
                    <a:pt x="0" y="276377"/>
                    <a:pt x="0" y="245173"/>
                  </a:cubicBezTo>
                  <a:cubicBezTo>
                    <a:pt x="0" y="230314"/>
                    <a:pt x="4829" y="210626"/>
                    <a:pt x="14487" y="186109"/>
                  </a:cubicBezTo>
                  <a:cubicBezTo>
                    <a:pt x="24145" y="161592"/>
                    <a:pt x="38076" y="129830"/>
                    <a:pt x="56278" y="90826"/>
                  </a:cubicBezTo>
                  <a:cubicBezTo>
                    <a:pt x="74480" y="51821"/>
                    <a:pt x="86182" y="28418"/>
                    <a:pt x="91382" y="20617"/>
                  </a:cubicBezTo>
                  <a:cubicBezTo>
                    <a:pt x="96583" y="12816"/>
                    <a:pt x="102155" y="7429"/>
                    <a:pt x="108099" y="4458"/>
                  </a:cubicBezTo>
                  <a:cubicBezTo>
                    <a:pt x="114042" y="1486"/>
                    <a:pt x="122029" y="0"/>
                    <a:pt x="132059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  <a:alpha val="20000"/>
              </a:schemeClr>
            </a:solidFill>
            <a:ln w="5715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algn="ctr" defTabSz="913765">
                <a:defRPr sz="2000" b="1">
                  <a:solidFill>
                    <a:schemeClr val="bg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zh-CN" altLang="en-US" dirty="0"/>
            </a:p>
          </p:txBody>
        </p:sp>
      </p:grpSp>
      <p:sp>
        <p:nvSpPr>
          <p:cNvPr id="67" name="标题 6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效果展示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EA7EEA3-DEBF-28F5-115A-5815631B4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670" y="1182688"/>
            <a:ext cx="8612659" cy="28944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2FD1BD5-8A89-DB67-77B4-A6317679D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670" y="4077101"/>
            <a:ext cx="8612659" cy="265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127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95568" y="1130300"/>
            <a:ext cx="10858500" cy="3681199"/>
            <a:chOff x="695568" y="1130300"/>
            <a:chExt cx="10858500" cy="3681199"/>
          </a:xfrm>
        </p:grpSpPr>
        <p:sp>
          <p:nvSpPr>
            <p:cNvPr id="3" name="矩形: 对角圆角 2">
              <a:extLst>
                <a:ext uri="{FF2B5EF4-FFF2-40B4-BE49-F238E27FC236}">
                  <a16:creationId xmlns:a16="http://schemas.microsoft.com/office/drawing/2014/main" id="{476DBA36-C3C8-40C8-9080-5CC6CA8A83D4}"/>
                </a:ext>
              </a:extLst>
            </p:cNvPr>
            <p:cNvSpPr/>
            <p:nvPr/>
          </p:nvSpPr>
          <p:spPr>
            <a:xfrm>
              <a:off x="695568" y="2046501"/>
              <a:ext cx="10858500" cy="2764998"/>
            </a:xfrm>
            <a:prstGeom prst="round2DiagRect">
              <a:avLst>
                <a:gd name="adj1" fmla="val 22701"/>
                <a:gd name="adj2" fmla="val 0"/>
              </a:avLst>
            </a:prstGeom>
            <a:solidFill>
              <a:schemeClr val="tx1">
                <a:lumMod val="25000"/>
                <a:lumOff val="75000"/>
                <a:alpha val="20000"/>
              </a:schemeClr>
            </a:solidFill>
            <a:ln w="60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95A2E98-B1E6-4CA1-9DB3-472B689907B9}"/>
                </a:ext>
              </a:extLst>
            </p:cNvPr>
            <p:cNvSpPr/>
            <p:nvPr/>
          </p:nvSpPr>
          <p:spPr>
            <a:xfrm>
              <a:off x="1440335" y="3270925"/>
              <a:ext cx="4801314" cy="64633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b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r>
                <a:rPr kumimoji="1" lang="en-US" altLang="zh-CN" sz="5400" b="1" baseline="30000" dirty="0">
                  <a:solidFill>
                    <a:schemeClr val="tx1"/>
                  </a:solidFill>
                </a:rPr>
                <a:t>阻尼、损耗、摩擦……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C1125C3-BD74-41A0-A7E6-1CA9F8A386A8}"/>
                </a:ext>
              </a:extLst>
            </p:cNvPr>
            <p:cNvSpPr/>
            <p:nvPr/>
          </p:nvSpPr>
          <p:spPr>
            <a:xfrm>
              <a:off x="1236429" y="3440363"/>
              <a:ext cx="9353843" cy="3074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endParaRPr kumimoji="1"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72658AA4-4F4A-4937-8208-27F7585DF8C3}"/>
                </a:ext>
              </a:extLst>
            </p:cNvPr>
            <p:cNvSpPr txBox="1"/>
            <p:nvPr/>
          </p:nvSpPr>
          <p:spPr>
            <a:xfrm>
              <a:off x="2164861" y="1130300"/>
              <a:ext cx="791991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tx1"/>
                  </a:solidFill>
                </a:rPr>
                <a:t>考虑更多情况</a:t>
              </a:r>
            </a:p>
          </p:txBody>
        </p:sp>
      </p:grpSp>
      <p:sp>
        <p:nvSpPr>
          <p:cNvPr id="47" name="标题 4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改进方向</a:t>
            </a:r>
          </a:p>
        </p:txBody>
      </p:sp>
    </p:spTree>
    <p:extLst>
      <p:ext uri="{BB962C8B-B14F-4D97-AF65-F5344CB8AC3E}">
        <p14:creationId xmlns:p14="http://schemas.microsoft.com/office/powerpoint/2010/main" val="2924258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Thank you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zh-CN" altLang="en-US" dirty="0"/>
              <a:t> </a:t>
            </a:r>
            <a:r>
              <a:rPr lang="en-US" altLang="zh-CN" dirty="0"/>
              <a:t/>
            </a:r>
            <a:endParaRPr 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5E4D9EB-A38C-00F6-280B-928E63CFF3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6884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ISLIDE.THEME" val="c45b5f02-c5cc-4e1d-9e40-8ed20dd6ac72"/>
</p:tagLst>
</file>

<file path=ppt/theme/theme1.xml><?xml version="1.0" encoding="utf-8"?>
<a:theme xmlns:a="http://schemas.openxmlformats.org/drawingml/2006/main" name="Designed by OfficePLUS">
  <a:themeElements>
    <a:clrScheme name="iSlide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29245B"/>
      </a:accent1>
      <a:accent2>
        <a:srgbClr val="3E3D99"/>
      </a:accent2>
      <a:accent3>
        <a:srgbClr val="812990"/>
      </a:accent3>
      <a:accent4>
        <a:srgbClr val="DC3F15"/>
      </a:accent4>
      <a:accent5>
        <a:srgbClr val="F5942B"/>
      </a:accent5>
      <a:accent6>
        <a:srgbClr val="49B7E5"/>
      </a:accent6>
      <a:hlink>
        <a:srgbClr val="4472C4"/>
      </a:hlink>
      <a:folHlink>
        <a:srgbClr val="BFBFBF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204</Words>
  <Application>Microsoft Office PowerPoint</Application>
  <PresentationFormat>宽屏</PresentationFormat>
  <Paragraphs>48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Wingdings</vt:lpstr>
      <vt:lpstr>Designed by OfficePLUS</vt:lpstr>
      <vt:lpstr>在负载变化下电机转速的PID控制</vt:lpstr>
      <vt:lpstr>目录</vt:lpstr>
      <vt:lpstr>01.背景</vt:lpstr>
      <vt:lpstr>丝杆控制</vt:lpstr>
      <vt:lpstr>控制要求</vt:lpstr>
      <vt:lpstr>02.系统核心要素</vt:lpstr>
      <vt:lpstr>控制原理概述</vt:lpstr>
      <vt:lpstr>系统组成模块</vt:lpstr>
      <vt:lpstr>03.实际展示</vt:lpstr>
      <vt:lpstr>确定参数</vt:lpstr>
      <vt:lpstr>效果展示</vt:lpstr>
      <vt:lpstr>改进方向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cp:lastPrinted/>
  <dcterms:created xsi:type="dcterms:W3CDTF">2023-07-12T16:00:00Z</dcterms:created>
  <dcterms:modified xsi:type="dcterms:W3CDTF">2025-06-11T08:55:57Z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c45b5f02-c5cc-4e1d-9e40-8ed20dd6ac72</vt:lpwstr>
  </property>
</Properties>
</file>